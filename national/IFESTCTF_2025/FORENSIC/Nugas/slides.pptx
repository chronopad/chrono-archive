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5" r:id="rId4"/>
    <p:sldMasterId id="214748367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571d1ed481_2_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3571d1ed481_2_1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g3571d1ed481_2_1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571d1ed481_2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3571d1ed481_2_1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Welcome everyone. Today, we'll be discussing the current status of our project. As a quick overview, our project aims to improve sales. We're scheduled to deliver by the end of Q3, with an estimated cost of $14,000.</a:t>
            </a:r>
            <a:endParaRPr/>
          </a:p>
        </p:txBody>
      </p:sp>
      <p:sp>
        <p:nvSpPr>
          <p:cNvPr id="213" name="Google Shape;213;g3571d1ed481_2_1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571d1ed481_2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571d1ed481_2_1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Currently, I'm pleased to report that our project is progressing as planned. We're on track to meet our delivery deadline by the end of Q3, and we're sticking to our estimated budget of $14,000. We've made significant progress since our last update.</a:t>
            </a:r>
            <a:endParaRPr/>
          </a:p>
        </p:txBody>
      </p:sp>
      <p:sp>
        <p:nvSpPr>
          <p:cNvPr id="221" name="Google Shape;221;g3571d1ed481_2_1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571d1ed481_2_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3571d1ed481_2_1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Our project timeline is structured with the intention to launch our product in Q3, followed by updates in Q4. This timeline aligns with our strategic goals and market demands. Initial planning and development phase: laying the groundwork for our project and outlining our strategy. Product development: designing, building, and testing our product to ensure it meets our quality standards. Marketing and promotion: preparing for the product launch by creating marketing materials, coordinating press releases, and generating excitement around our offering. Launch event: exec Post-launch updates: gathering feedback, analyzing performance, and implementing necessary updates or enhancements to refine our product and address customer needs.uting the official launch of our product, marking a significant milestone in our project journey.</a:t>
            </a:r>
            <a:endParaRPr/>
          </a:p>
        </p:txBody>
      </p:sp>
      <p:sp>
        <p:nvSpPr>
          <p:cNvPr id="232" name="Google Shape;232;g3571d1ed481_2_1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571d1ed481_2_1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3571d1ed481_2_1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Our project encompasses a range of deliverables essential for its success. These include: Product launch: Introducing our product to the market with a comprehensive launch strategy. Press releases: Crafting compelling announcements to generate buzz and awareness about our project. Software updates: Ensuring our software remains up-to-date with continuous improvements and enhancements. Printed material: Developing physical materials such as brochures, flyers, or posters to support our marketing efforts. It's important to emphasize that each of these deliverables plays a crucial role in the overall success of our project. We're proud to announce that we have a confidence rating of 5 out of 5 in our ability to deliver end-to-end across all aspects of the project. This high confidence level reflects our team's expertise, thorough planning, and dedication to excellence.</a:t>
            </a:r>
            <a:endParaRPr/>
          </a:p>
          <a:p>
            <a:pPr indent="0" lvl="0" marL="0" rtl="0" algn="l">
              <a:spcBef>
                <a:spcPts val="0"/>
              </a:spcBef>
              <a:spcAft>
                <a:spcPts val="0"/>
              </a:spcAft>
              <a:buNone/>
            </a:pPr>
            <a:r>
              <a:t/>
            </a:r>
            <a:endParaRPr/>
          </a:p>
        </p:txBody>
      </p:sp>
      <p:sp>
        <p:nvSpPr>
          <p:cNvPr id="242" name="Google Shape;242;g3571d1ed481_2_18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571d1ed481_2_1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3571d1ed481_2_1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Our project was initially projected to cost $14,000. This estimate encompassed various aspects of the project, including resources, development, and operational expenses. It's worth noting that the primary source of funding for this project comes from angel investors. Their support has been instrumental in getting this initiative off the ground and fueling its progress. Currently, we are facing a challenge as the project is $2,000 over budget. This deviation from the initial projection requires our immediate attention and action. We've taken proactive steps to address this issue by identifying and closing gaps in communication with staff. By fostering better communication channels, we aim to prevent future budgetary issues and ensure transparency in financial matters. Despite the current overage, it's important to highlight that our project can still track to remain on budget based on meticulous planning and current projections. This optimistic outlook underscores the effectiveness of our budget management strategies and our commitment to financial responsibility.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3" name="Google Shape;253;g3571d1ed481_2_19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571d1ed481_2_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g3571d1ed481_2_2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One of the recent developments in our project is the implementation of an offline working mode. This proactive measure is aimed at preventing delays and ensuring continued productivity, even in the event of server issues or connectivity disruptions. Despite our efforts, it's important to acknowledge that our software is still experiencing occasional crashes. While this is an ongoing challenge, we have devised a solution to mitigate its impact on our workflow. The offline working mode allows users to continue working seamlessly even when facing server downtime. Users can work offline and save their updates locally, with the system syncing the data once the servers are back online. Additionally, we have invested in software tools specifically designed for running product testing. These tools enable us to conduct thorough testing procedures, identify potential issues, and ensure the overall quality and reliability of our product before launch.</a:t>
            </a:r>
            <a:endParaRPr/>
          </a:p>
          <a:p>
            <a:pPr indent="0" lvl="0" marL="0" rtl="0" algn="l">
              <a:spcBef>
                <a:spcPts val="0"/>
              </a:spcBef>
              <a:spcAft>
                <a:spcPts val="0"/>
              </a:spcAft>
              <a:buNone/>
            </a:pPr>
            <a:r>
              <a:t/>
            </a:r>
            <a:endParaRPr/>
          </a:p>
        </p:txBody>
      </p:sp>
      <p:sp>
        <p:nvSpPr>
          <p:cNvPr id="264" name="Google Shape;264;g3571d1ed481_2_20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571d1ed481_2_2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3571d1ed481_2_2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To maintain our project's timeline, all staff members are actively engaged and committed to meeting deadlines and milestones. This collaborative effort ensures that we stay on track and deliver results as planned. In addition to internal resources, we have decided to hire vendors to provide specialized expertise and support for specific aspects of the project. By leveraging external resources, we aim to enhance efficiency and expedite project completion. However, it's essential to acknowledge that additional funding may be necessary if we intend to hire more workers to bolster our team in the future. This consideration highlights the importance of financial planning and resource allocation for the successful execution of our project. Our customers' satisfaction is paramount, particularly regarding the efficiency of the product. We understand their need to maintain seamless communication with their employees, especially in remote work settings. Therefore, we are committed to delivering a product that meets their expectations and enables uninterrupted communication and collaboration.</a:t>
            </a:r>
            <a:br>
              <a:rPr lang="en-GB"/>
            </a:br>
            <a:br>
              <a:rPr lang="en-GB"/>
            </a:br>
            <a:r>
              <a:rPr lang="en-GB"/>
              <a:t>PLEASE REMOVE THIS FROM SPEAKER NOTES: B3stP@$$w0rd1sH3lloWorld</a:t>
            </a:r>
            <a:endParaRPr/>
          </a:p>
        </p:txBody>
      </p:sp>
      <p:sp>
        <p:nvSpPr>
          <p:cNvPr id="277" name="Google Shape;277;g3571d1ed481_2_2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571d1ed481_2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g3571d1ed481_2_2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We have identified several critical action items that require immediate attention to ensure the smooth progress of our project: Check on warehouse update: This involves verifying the status of our warehouse operations to ensure timely and efficient handling of inventory. Fix software issues: Addressing any software-related issues or bugs to maintain the functionality and reliability of our product. Finish drafting solution: Completing the drafting process for a proposed solution to a specific project challenge or requirement. Resolve budget question: Addressing any uncertainties or queries related to the project budget to maintain financial transparency and control.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We are pleased to announce that Dwight Schrute will be taking the lead in tackling and resolving these goals by our next meeting. Dwight's expertise and dedication make him well-suited to handle these tasks effectively, ensuring timely resolution and progress for our project.</a:t>
            </a:r>
            <a:endParaRPr/>
          </a:p>
          <a:p>
            <a:pPr indent="0" lvl="0" marL="0" rtl="0" algn="l">
              <a:spcBef>
                <a:spcPts val="0"/>
              </a:spcBef>
              <a:spcAft>
                <a:spcPts val="0"/>
              </a:spcAft>
              <a:buNone/>
            </a:pPr>
            <a:r>
              <a:t/>
            </a:r>
            <a:endParaRPr/>
          </a:p>
        </p:txBody>
      </p:sp>
      <p:sp>
        <p:nvSpPr>
          <p:cNvPr id="288" name="Google Shape;288;g3571d1ed481_2_2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571d1ed481_2_23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g3571d1ed481_2_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2"/>
        </a:solidFill>
      </p:bgPr>
    </p:bg>
    <p:spTree>
      <p:nvGrpSpPr>
        <p:cNvPr id="56" name="Shape 56"/>
        <p:cNvGrpSpPr/>
        <p:nvPr/>
      </p:nvGrpSpPr>
      <p:grpSpPr>
        <a:xfrm>
          <a:off x="0" y="0"/>
          <a:ext cx="0" cy="0"/>
          <a:chOff x="0" y="0"/>
          <a:chExt cx="0" cy="0"/>
        </a:xfrm>
      </p:grpSpPr>
      <p:sp>
        <p:nvSpPr>
          <p:cNvPr id="57" name="Google Shape;57;p14"/>
          <p:cNvSpPr txBox="1"/>
          <p:nvPr>
            <p:ph type="ctrTitle"/>
          </p:nvPr>
        </p:nvSpPr>
        <p:spPr>
          <a:xfrm>
            <a:off x="1700784" y="1056132"/>
            <a:ext cx="4800600" cy="1790700"/>
          </a:xfrm>
          <a:prstGeom prst="rect">
            <a:avLst/>
          </a:prstGeom>
          <a:noFill/>
          <a:ln>
            <a:noFill/>
          </a:ln>
        </p:spPr>
        <p:txBody>
          <a:bodyPr anchorCtr="0" anchor="t" bIns="34275" lIns="68575" spcFirstLastPara="1" rIns="68575" wrap="square" tIns="34275">
            <a:normAutofit/>
          </a:bodyPr>
          <a:lstStyle>
            <a:lvl1pPr lvl="0" algn="l">
              <a:lnSpc>
                <a:spcPct val="80000"/>
              </a:lnSpc>
              <a:spcBef>
                <a:spcPts val="0"/>
              </a:spcBef>
              <a:spcAft>
                <a:spcPts val="0"/>
              </a:spcAft>
              <a:buClr>
                <a:schemeClr val="lt1"/>
              </a:buClr>
              <a:buSzPts val="5400"/>
              <a:buFont typeface="Arial"/>
              <a:buNone/>
              <a:defRPr sz="5400" cap="none">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subTitle"/>
          </p:nvPr>
        </p:nvSpPr>
        <p:spPr>
          <a:xfrm>
            <a:off x="2900934" y="3785616"/>
            <a:ext cx="4114800" cy="288036"/>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chemeClr val="lt1"/>
              </a:buClr>
              <a:buSzPts val="1800"/>
              <a:buNone/>
              <a:defRPr b="1" sz="1800">
                <a:solidFill>
                  <a:schemeClr val="lt1"/>
                </a:solidFill>
              </a:defRPr>
            </a:lvl1pPr>
            <a:lvl2pPr lvl="1" algn="ctr">
              <a:lnSpc>
                <a:spcPct val="90000"/>
              </a:lnSpc>
              <a:spcBef>
                <a:spcPts val="400"/>
              </a:spcBef>
              <a:spcAft>
                <a:spcPts val="0"/>
              </a:spcAft>
              <a:buClr>
                <a:schemeClr val="dk2"/>
              </a:buClr>
              <a:buSzPts val="1500"/>
              <a:buNone/>
              <a:defRPr sz="1500"/>
            </a:lvl2pPr>
            <a:lvl3pPr lvl="2" algn="ctr">
              <a:lnSpc>
                <a:spcPct val="90000"/>
              </a:lnSpc>
              <a:spcBef>
                <a:spcPts val="400"/>
              </a:spcBef>
              <a:spcAft>
                <a:spcPts val="0"/>
              </a:spcAft>
              <a:buClr>
                <a:schemeClr val="dk2"/>
              </a:buClr>
              <a:buSzPts val="1400"/>
              <a:buNone/>
              <a:defRPr sz="1400"/>
            </a:lvl3pPr>
            <a:lvl4pPr lvl="3" algn="ctr">
              <a:lnSpc>
                <a:spcPct val="90000"/>
              </a:lnSpc>
              <a:spcBef>
                <a:spcPts val="400"/>
              </a:spcBef>
              <a:spcAft>
                <a:spcPts val="0"/>
              </a:spcAft>
              <a:buClr>
                <a:schemeClr val="dk2"/>
              </a:buClr>
              <a:buSzPts val="1200"/>
              <a:buNone/>
              <a:defRPr sz="1200"/>
            </a:lvl4pPr>
            <a:lvl5pPr lvl="4" algn="ctr">
              <a:lnSpc>
                <a:spcPct val="90000"/>
              </a:lnSpc>
              <a:spcBef>
                <a:spcPts val="400"/>
              </a:spcBef>
              <a:spcAft>
                <a:spcPts val="0"/>
              </a:spcAft>
              <a:buClr>
                <a:schemeClr val="dk2"/>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grpSp>
        <p:nvGrpSpPr>
          <p:cNvPr id="59" name="Google Shape;59;p14"/>
          <p:cNvGrpSpPr/>
          <p:nvPr/>
        </p:nvGrpSpPr>
        <p:grpSpPr>
          <a:xfrm>
            <a:off x="2984650" y="4351310"/>
            <a:ext cx="6166277" cy="0"/>
            <a:chOff x="3733800" y="5539861"/>
            <a:chExt cx="8221703" cy="0"/>
          </a:xfrm>
        </p:grpSpPr>
        <p:cxnSp>
          <p:nvCxnSpPr>
            <p:cNvPr id="60" name="Google Shape;60;p14"/>
            <p:cNvCxnSpPr/>
            <p:nvPr/>
          </p:nvCxnSpPr>
          <p:spPr>
            <a:xfrm>
              <a:off x="3733800" y="5539861"/>
              <a:ext cx="6054153" cy="0"/>
            </a:xfrm>
            <a:prstGeom prst="straightConnector1">
              <a:avLst/>
            </a:prstGeom>
            <a:noFill/>
            <a:ln cap="flat" cmpd="sng" w="57150">
              <a:solidFill>
                <a:schemeClr val="lt1"/>
              </a:solidFill>
              <a:prstDash val="solid"/>
              <a:miter lim="800000"/>
              <a:headEnd len="sm" w="sm" type="none"/>
              <a:tailEnd len="sm" w="sm" type="none"/>
            </a:ln>
          </p:spPr>
        </p:cxnSp>
        <p:cxnSp>
          <p:nvCxnSpPr>
            <p:cNvPr id="61" name="Google Shape;61;p14"/>
            <p:cNvCxnSpPr/>
            <p:nvPr/>
          </p:nvCxnSpPr>
          <p:spPr>
            <a:xfrm>
              <a:off x="9783803" y="5539861"/>
              <a:ext cx="2171700" cy="0"/>
            </a:xfrm>
            <a:prstGeom prst="straightConnector1">
              <a:avLst/>
            </a:prstGeom>
            <a:noFill/>
            <a:ln cap="flat" cmpd="sng" w="57150">
              <a:solidFill>
                <a:schemeClr val="accent3"/>
              </a:solidFill>
              <a:prstDash val="solid"/>
              <a:miter lim="800000"/>
              <a:headEnd len="sm" w="sm" type="none"/>
              <a:tailEnd len="sm" w="sm" type="none"/>
            </a:ln>
          </p:spPr>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rgbClr val="D8BEB1"/>
        </a:solidFill>
      </p:bgPr>
    </p:bg>
    <p:spTree>
      <p:nvGrpSpPr>
        <p:cNvPr id="62" name="Shape 62"/>
        <p:cNvGrpSpPr/>
        <p:nvPr/>
      </p:nvGrpSpPr>
      <p:grpSpPr>
        <a:xfrm>
          <a:off x="0" y="0"/>
          <a:ext cx="0" cy="0"/>
          <a:chOff x="0" y="0"/>
          <a:chExt cx="0" cy="0"/>
        </a:xfrm>
      </p:grpSpPr>
      <p:sp>
        <p:nvSpPr>
          <p:cNvPr id="63" name="Google Shape;63;p15"/>
          <p:cNvSpPr txBox="1"/>
          <p:nvPr>
            <p:ph type="title"/>
          </p:nvPr>
        </p:nvSpPr>
        <p:spPr>
          <a:xfrm>
            <a:off x="1721358" y="1097280"/>
            <a:ext cx="5623560" cy="528066"/>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chemeClr val="dk2"/>
              </a:buClr>
              <a:buSzPts val="3800"/>
              <a:buFont typeface="Arial"/>
              <a:buNone/>
              <a:defRPr sz="38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1741932" y="2215134"/>
            <a:ext cx="5602986" cy="2472422"/>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2"/>
              </a:buClr>
              <a:buSzPts val="1700"/>
              <a:buNone/>
              <a:defRPr b="1" sz="1700"/>
            </a:lvl1pPr>
            <a:lvl2pPr indent="-228600" lvl="1" marL="914400" algn="l">
              <a:lnSpc>
                <a:spcPct val="100000"/>
              </a:lnSpc>
              <a:spcBef>
                <a:spcPts val="1100"/>
              </a:spcBef>
              <a:spcAft>
                <a:spcPts val="0"/>
              </a:spcAft>
              <a:buClr>
                <a:schemeClr val="dk2"/>
              </a:buClr>
              <a:buSzPts val="1200"/>
              <a:buNone/>
              <a:defRPr i="1" sz="1200"/>
            </a:lvl2pPr>
            <a:lvl3pPr indent="-317500" lvl="2" marL="1371600" algn="l">
              <a:lnSpc>
                <a:spcPct val="90000"/>
              </a:lnSpc>
              <a:spcBef>
                <a:spcPts val="400"/>
              </a:spcBef>
              <a:spcAft>
                <a:spcPts val="0"/>
              </a:spcAft>
              <a:buClr>
                <a:schemeClr val="dk2"/>
              </a:buClr>
              <a:buSzPts val="1400"/>
              <a:buChar char="•"/>
              <a:defRPr/>
            </a:lvl3pPr>
            <a:lvl4pPr indent="-317500" lvl="3" marL="1828800" algn="l">
              <a:lnSpc>
                <a:spcPct val="90000"/>
              </a:lnSpc>
              <a:spcBef>
                <a:spcPts val="400"/>
              </a:spcBef>
              <a:spcAft>
                <a:spcPts val="0"/>
              </a:spcAft>
              <a:buClr>
                <a:schemeClr val="dk2"/>
              </a:buClr>
              <a:buSzPts val="1400"/>
              <a:buChar char="•"/>
              <a:defRPr/>
            </a:lvl4pPr>
            <a:lvl5pPr indent="-317500" lvl="4" marL="2286000" algn="l">
              <a:lnSpc>
                <a:spcPct val="90000"/>
              </a:lnSpc>
              <a:spcBef>
                <a:spcPts val="400"/>
              </a:spcBef>
              <a:spcAft>
                <a:spcPts val="0"/>
              </a:spcAft>
              <a:buClr>
                <a:schemeClr val="dk2"/>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1" type="ftr"/>
          </p:nvPr>
        </p:nvSpPr>
        <p:spPr>
          <a:xfrm>
            <a:off x="308610" y="226314"/>
            <a:ext cx="1371600" cy="20574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grpSp>
        <p:nvGrpSpPr>
          <p:cNvPr id="67" name="Google Shape;67;p15"/>
          <p:cNvGrpSpPr/>
          <p:nvPr/>
        </p:nvGrpSpPr>
        <p:grpSpPr>
          <a:xfrm>
            <a:off x="1800225" y="1901881"/>
            <a:ext cx="7350845" cy="616"/>
            <a:chOff x="2286319" y="5546299"/>
            <a:chExt cx="9801127" cy="903"/>
          </a:xfrm>
        </p:grpSpPr>
        <p:cxnSp>
          <p:nvCxnSpPr>
            <p:cNvPr id="68" name="Google Shape;68;p15"/>
            <p:cNvCxnSpPr/>
            <p:nvPr/>
          </p:nvCxnSpPr>
          <p:spPr>
            <a:xfrm>
              <a:off x="2286319" y="5546299"/>
              <a:ext cx="7391400" cy="0"/>
            </a:xfrm>
            <a:prstGeom prst="straightConnector1">
              <a:avLst/>
            </a:prstGeom>
            <a:noFill/>
            <a:ln cap="flat" cmpd="sng" w="57150">
              <a:solidFill>
                <a:schemeClr val="lt2"/>
              </a:solidFill>
              <a:prstDash val="solid"/>
              <a:miter lim="800000"/>
              <a:headEnd len="sm" w="sm" type="none"/>
              <a:tailEnd len="sm" w="sm" type="none"/>
            </a:ln>
          </p:spPr>
        </p:cxnSp>
        <p:cxnSp>
          <p:nvCxnSpPr>
            <p:cNvPr id="69" name="Google Shape;69;p15"/>
            <p:cNvCxnSpPr/>
            <p:nvPr/>
          </p:nvCxnSpPr>
          <p:spPr>
            <a:xfrm>
              <a:off x="9676016" y="5547202"/>
              <a:ext cx="2411430" cy="0"/>
            </a:xfrm>
            <a:prstGeom prst="straightConnector1">
              <a:avLst/>
            </a:prstGeom>
            <a:noFill/>
            <a:ln cap="flat" cmpd="sng" w="57150">
              <a:solidFill>
                <a:schemeClr val="dk2"/>
              </a:solidFill>
              <a:prstDash val="solid"/>
              <a:miter lim="800000"/>
              <a:headEnd len="sm" w="sm" type="none"/>
              <a:tailEnd len="sm" w="sm" type="none"/>
            </a:ln>
          </p:spPr>
        </p:cxn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light">
  <p:cSld name="Title and two column light">
    <p:bg>
      <p:bgPr>
        <a:solidFill>
          <a:schemeClr val="accent6"/>
        </a:solidFill>
      </p:bgPr>
    </p:bg>
    <p:spTree>
      <p:nvGrpSpPr>
        <p:cNvPr id="70" name="Shape 70"/>
        <p:cNvGrpSpPr/>
        <p:nvPr/>
      </p:nvGrpSpPr>
      <p:grpSpPr>
        <a:xfrm>
          <a:off x="0" y="0"/>
          <a:ext cx="0" cy="0"/>
          <a:chOff x="0" y="0"/>
          <a:chExt cx="0" cy="0"/>
        </a:xfrm>
      </p:grpSpPr>
      <p:sp>
        <p:nvSpPr>
          <p:cNvPr id="71" name="Google Shape;71;p16"/>
          <p:cNvSpPr txBox="1"/>
          <p:nvPr>
            <p:ph idx="11" type="ftr"/>
          </p:nvPr>
        </p:nvSpPr>
        <p:spPr>
          <a:xfrm>
            <a:off x="308610" y="226314"/>
            <a:ext cx="1371600" cy="20574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73" name="Google Shape;73;p16"/>
          <p:cNvSpPr/>
          <p:nvPr/>
        </p:nvSpPr>
        <p:spPr>
          <a:xfrm>
            <a:off x="0" y="541782"/>
            <a:ext cx="9144000" cy="4059936"/>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4" name="Google Shape;74;p16"/>
          <p:cNvSpPr txBox="1"/>
          <p:nvPr>
            <p:ph type="title"/>
          </p:nvPr>
        </p:nvSpPr>
        <p:spPr>
          <a:xfrm>
            <a:off x="452628" y="1097280"/>
            <a:ext cx="7886700" cy="431491"/>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chemeClr val="dk2"/>
              </a:buClr>
              <a:buSzPts val="3800"/>
              <a:buFont typeface="Arial"/>
              <a:buNone/>
              <a:defRPr sz="3800">
                <a:solidFill>
                  <a:schemeClr val="dk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 name="Google Shape;75;p16"/>
          <p:cNvSpPr txBox="1"/>
          <p:nvPr>
            <p:ph idx="1" type="body"/>
          </p:nvPr>
        </p:nvSpPr>
        <p:spPr>
          <a:xfrm>
            <a:off x="486918" y="2228850"/>
            <a:ext cx="3621024" cy="367904"/>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2"/>
              </a:buClr>
              <a:buSzPts val="1700"/>
              <a:buNone/>
              <a:defRPr b="1" sz="1700">
                <a:solidFill>
                  <a:schemeClr val="dk2"/>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6" name="Google Shape;76;p16"/>
          <p:cNvSpPr txBox="1"/>
          <p:nvPr>
            <p:ph idx="2" type="body"/>
          </p:nvPr>
        </p:nvSpPr>
        <p:spPr>
          <a:xfrm>
            <a:off x="4677156" y="2228850"/>
            <a:ext cx="3621024" cy="367904"/>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2"/>
              </a:buClr>
              <a:buSzPts val="1700"/>
              <a:buNone/>
              <a:defRPr b="1" sz="1700">
                <a:solidFill>
                  <a:schemeClr val="dk2"/>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6"/>
          <p:cNvSpPr txBox="1"/>
          <p:nvPr>
            <p:ph idx="3" type="body"/>
          </p:nvPr>
        </p:nvSpPr>
        <p:spPr>
          <a:xfrm>
            <a:off x="274320" y="2551176"/>
            <a:ext cx="3566160" cy="1262063"/>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dk2"/>
              </a:buClr>
              <a:buSzPts val="1200"/>
              <a:buChar char="•"/>
              <a:defRPr sz="1200">
                <a:solidFill>
                  <a:schemeClr val="dk2"/>
                </a:solidFill>
              </a:defRPr>
            </a:lvl1pPr>
            <a:lvl2pPr indent="-304800" lvl="1" marL="914400" algn="l">
              <a:lnSpc>
                <a:spcPct val="150000"/>
              </a:lnSpc>
              <a:spcBef>
                <a:spcPts val="0"/>
              </a:spcBef>
              <a:spcAft>
                <a:spcPts val="0"/>
              </a:spcAft>
              <a:buClr>
                <a:schemeClr val="dk2"/>
              </a:buClr>
              <a:buSzPts val="1200"/>
              <a:buChar char="•"/>
              <a:defRPr sz="1200">
                <a:solidFill>
                  <a:schemeClr val="dk2"/>
                </a:solidFill>
              </a:defRPr>
            </a:lvl2pPr>
            <a:lvl3pPr indent="-304800" lvl="2" marL="1371600" algn="l">
              <a:lnSpc>
                <a:spcPct val="150000"/>
              </a:lnSpc>
              <a:spcBef>
                <a:spcPts val="0"/>
              </a:spcBef>
              <a:spcAft>
                <a:spcPts val="0"/>
              </a:spcAft>
              <a:buClr>
                <a:schemeClr val="dk2"/>
              </a:buClr>
              <a:buSzPts val="1200"/>
              <a:buChar char="•"/>
              <a:defRPr sz="1200">
                <a:solidFill>
                  <a:schemeClr val="dk2"/>
                </a:solidFill>
              </a:defRPr>
            </a:lvl3pPr>
            <a:lvl4pPr indent="-304800" lvl="3" marL="1828800" algn="l">
              <a:lnSpc>
                <a:spcPct val="150000"/>
              </a:lnSpc>
              <a:spcBef>
                <a:spcPts val="0"/>
              </a:spcBef>
              <a:spcAft>
                <a:spcPts val="0"/>
              </a:spcAft>
              <a:buClr>
                <a:schemeClr val="dk2"/>
              </a:buClr>
              <a:buSzPts val="1200"/>
              <a:buChar char="•"/>
              <a:defRPr sz="1200">
                <a:solidFill>
                  <a:schemeClr val="dk2"/>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6"/>
          <p:cNvSpPr txBox="1"/>
          <p:nvPr>
            <p:ph idx="4" type="body"/>
          </p:nvPr>
        </p:nvSpPr>
        <p:spPr>
          <a:xfrm>
            <a:off x="4457700" y="2551176"/>
            <a:ext cx="3566160" cy="1262063"/>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dk2"/>
              </a:buClr>
              <a:buSzPts val="1200"/>
              <a:buChar char="•"/>
              <a:defRPr sz="1200">
                <a:solidFill>
                  <a:schemeClr val="dk2"/>
                </a:solidFill>
              </a:defRPr>
            </a:lvl1pPr>
            <a:lvl2pPr indent="-304800" lvl="1" marL="914400" algn="l">
              <a:lnSpc>
                <a:spcPct val="150000"/>
              </a:lnSpc>
              <a:spcBef>
                <a:spcPts val="0"/>
              </a:spcBef>
              <a:spcAft>
                <a:spcPts val="0"/>
              </a:spcAft>
              <a:buClr>
                <a:schemeClr val="dk2"/>
              </a:buClr>
              <a:buSzPts val="1200"/>
              <a:buChar char="•"/>
              <a:defRPr sz="1200">
                <a:solidFill>
                  <a:schemeClr val="dk2"/>
                </a:solidFill>
              </a:defRPr>
            </a:lvl2pPr>
            <a:lvl3pPr indent="-304800" lvl="2" marL="1371600" algn="l">
              <a:lnSpc>
                <a:spcPct val="150000"/>
              </a:lnSpc>
              <a:spcBef>
                <a:spcPts val="0"/>
              </a:spcBef>
              <a:spcAft>
                <a:spcPts val="0"/>
              </a:spcAft>
              <a:buClr>
                <a:schemeClr val="dk2"/>
              </a:buClr>
              <a:buSzPts val="1200"/>
              <a:buChar char="•"/>
              <a:defRPr sz="1200">
                <a:solidFill>
                  <a:schemeClr val="dk2"/>
                </a:solidFill>
              </a:defRPr>
            </a:lvl3pPr>
            <a:lvl4pPr indent="-304800" lvl="3" marL="1828800" algn="l">
              <a:lnSpc>
                <a:spcPct val="150000"/>
              </a:lnSpc>
              <a:spcBef>
                <a:spcPts val="0"/>
              </a:spcBef>
              <a:spcAft>
                <a:spcPts val="0"/>
              </a:spcAft>
              <a:buClr>
                <a:schemeClr val="dk2"/>
              </a:buClr>
              <a:buSzPts val="1200"/>
              <a:buChar char="•"/>
              <a:defRPr sz="1200">
                <a:solidFill>
                  <a:schemeClr val="dk2"/>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grpSp>
        <p:nvGrpSpPr>
          <p:cNvPr id="79" name="Google Shape;79;p16"/>
          <p:cNvGrpSpPr/>
          <p:nvPr/>
        </p:nvGrpSpPr>
        <p:grpSpPr>
          <a:xfrm rot="10800000">
            <a:off x="545219" y="1891241"/>
            <a:ext cx="8610606" cy="1"/>
            <a:chOff x="2077471" y="5539116"/>
            <a:chExt cx="11480808" cy="1"/>
          </a:xfrm>
        </p:grpSpPr>
        <p:cxnSp>
          <p:nvCxnSpPr>
            <p:cNvPr id="80" name="Google Shape;80;p16"/>
            <p:cNvCxnSpPr/>
            <p:nvPr/>
          </p:nvCxnSpPr>
          <p:spPr>
            <a:xfrm>
              <a:off x="2077471" y="5539116"/>
              <a:ext cx="4755396" cy="0"/>
            </a:xfrm>
            <a:prstGeom prst="straightConnector1">
              <a:avLst/>
            </a:prstGeom>
            <a:noFill/>
            <a:ln cap="flat" cmpd="sng" w="57150">
              <a:solidFill>
                <a:schemeClr val="accent6"/>
              </a:solidFill>
              <a:prstDash val="solid"/>
              <a:miter lim="800000"/>
              <a:headEnd len="sm" w="sm" type="none"/>
              <a:tailEnd len="sm" w="sm" type="none"/>
            </a:ln>
          </p:spPr>
        </p:cxnSp>
        <p:cxnSp>
          <p:nvCxnSpPr>
            <p:cNvPr id="81" name="Google Shape;81;p16"/>
            <p:cNvCxnSpPr/>
            <p:nvPr/>
          </p:nvCxnSpPr>
          <p:spPr>
            <a:xfrm>
              <a:off x="6816103" y="5539117"/>
              <a:ext cx="6742176" cy="0"/>
            </a:xfrm>
            <a:prstGeom prst="straightConnector1">
              <a:avLst/>
            </a:prstGeom>
            <a:noFill/>
            <a:ln cap="flat" cmpd="sng" w="57150">
              <a:solidFill>
                <a:schemeClr val="accent3"/>
              </a:solidFill>
              <a:prstDash val="solid"/>
              <a:miter lim="800000"/>
              <a:headEnd len="sm" w="sm" type="none"/>
              <a:tailEnd len="sm" w="sm" type="none"/>
            </a:ln>
          </p:spPr>
        </p:cxn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dark band">
  <p:cSld name="Title and content dark band">
    <p:bg>
      <p:bgPr>
        <a:solidFill>
          <a:schemeClr val="accent5"/>
        </a:solidFill>
      </p:bgPr>
    </p:bg>
    <p:spTree>
      <p:nvGrpSpPr>
        <p:cNvPr id="82" name="Shape 82"/>
        <p:cNvGrpSpPr/>
        <p:nvPr/>
      </p:nvGrpSpPr>
      <p:grpSpPr>
        <a:xfrm>
          <a:off x="0" y="0"/>
          <a:ext cx="0" cy="0"/>
          <a:chOff x="0" y="0"/>
          <a:chExt cx="0" cy="0"/>
        </a:xfrm>
      </p:grpSpPr>
      <p:sp>
        <p:nvSpPr>
          <p:cNvPr id="83" name="Google Shape;83;p17"/>
          <p:cNvSpPr/>
          <p:nvPr/>
        </p:nvSpPr>
        <p:spPr>
          <a:xfrm>
            <a:off x="0" y="0"/>
            <a:ext cx="9144000" cy="22860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4" name="Google Shape;84;p17"/>
          <p:cNvSpPr txBox="1"/>
          <p:nvPr>
            <p:ph idx="11" type="ftr"/>
          </p:nvPr>
        </p:nvSpPr>
        <p:spPr>
          <a:xfrm>
            <a:off x="308610" y="226314"/>
            <a:ext cx="1371600" cy="20574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accent5"/>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7"/>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chemeClr val="accent5"/>
                </a:solidFill>
                <a:latin typeface="Arial"/>
                <a:ea typeface="Arial"/>
                <a:cs typeface="Arial"/>
                <a:sym typeface="Arial"/>
              </a:defRPr>
            </a:lvl1pPr>
            <a:lvl2pPr indent="0" lvl="1" marL="0" algn="r">
              <a:spcBef>
                <a:spcPts val="0"/>
              </a:spcBef>
              <a:buNone/>
              <a:defRPr b="0" i="0" sz="900" u="none" cap="none" strike="noStrike">
                <a:solidFill>
                  <a:schemeClr val="accent5"/>
                </a:solidFill>
                <a:latin typeface="Arial"/>
                <a:ea typeface="Arial"/>
                <a:cs typeface="Arial"/>
                <a:sym typeface="Arial"/>
              </a:defRPr>
            </a:lvl2pPr>
            <a:lvl3pPr indent="0" lvl="2" marL="0" algn="r">
              <a:spcBef>
                <a:spcPts val="0"/>
              </a:spcBef>
              <a:buNone/>
              <a:defRPr b="0" i="0" sz="900" u="none" cap="none" strike="noStrike">
                <a:solidFill>
                  <a:schemeClr val="accent5"/>
                </a:solidFill>
                <a:latin typeface="Arial"/>
                <a:ea typeface="Arial"/>
                <a:cs typeface="Arial"/>
                <a:sym typeface="Arial"/>
              </a:defRPr>
            </a:lvl3pPr>
            <a:lvl4pPr indent="0" lvl="3" marL="0" algn="r">
              <a:spcBef>
                <a:spcPts val="0"/>
              </a:spcBef>
              <a:buNone/>
              <a:defRPr b="0" i="0" sz="900" u="none" cap="none" strike="noStrike">
                <a:solidFill>
                  <a:schemeClr val="accent5"/>
                </a:solidFill>
                <a:latin typeface="Arial"/>
                <a:ea typeface="Arial"/>
                <a:cs typeface="Arial"/>
                <a:sym typeface="Arial"/>
              </a:defRPr>
            </a:lvl4pPr>
            <a:lvl5pPr indent="0" lvl="4" marL="0" algn="r">
              <a:spcBef>
                <a:spcPts val="0"/>
              </a:spcBef>
              <a:buNone/>
              <a:defRPr b="0" i="0" sz="900" u="none" cap="none" strike="noStrike">
                <a:solidFill>
                  <a:schemeClr val="accent5"/>
                </a:solidFill>
                <a:latin typeface="Arial"/>
                <a:ea typeface="Arial"/>
                <a:cs typeface="Arial"/>
                <a:sym typeface="Arial"/>
              </a:defRPr>
            </a:lvl5pPr>
            <a:lvl6pPr indent="0" lvl="5" marL="0" algn="r">
              <a:spcBef>
                <a:spcPts val="0"/>
              </a:spcBef>
              <a:buNone/>
              <a:defRPr b="0" i="0" sz="900" u="none" cap="none" strike="noStrike">
                <a:solidFill>
                  <a:schemeClr val="accent5"/>
                </a:solidFill>
                <a:latin typeface="Arial"/>
                <a:ea typeface="Arial"/>
                <a:cs typeface="Arial"/>
                <a:sym typeface="Arial"/>
              </a:defRPr>
            </a:lvl6pPr>
            <a:lvl7pPr indent="0" lvl="6" marL="0" algn="r">
              <a:spcBef>
                <a:spcPts val="0"/>
              </a:spcBef>
              <a:buNone/>
              <a:defRPr b="0" i="0" sz="900" u="none" cap="none" strike="noStrike">
                <a:solidFill>
                  <a:schemeClr val="accent5"/>
                </a:solidFill>
                <a:latin typeface="Arial"/>
                <a:ea typeface="Arial"/>
                <a:cs typeface="Arial"/>
                <a:sym typeface="Arial"/>
              </a:defRPr>
            </a:lvl7pPr>
            <a:lvl8pPr indent="0" lvl="7" marL="0" algn="r">
              <a:spcBef>
                <a:spcPts val="0"/>
              </a:spcBef>
              <a:buNone/>
              <a:defRPr b="0" i="0" sz="900" u="none" cap="none" strike="noStrike">
                <a:solidFill>
                  <a:schemeClr val="accent5"/>
                </a:solidFill>
                <a:latin typeface="Arial"/>
                <a:ea typeface="Arial"/>
                <a:cs typeface="Arial"/>
                <a:sym typeface="Arial"/>
              </a:defRPr>
            </a:lvl8pPr>
            <a:lvl9pPr indent="0" lvl="8" marL="0" algn="r">
              <a:spcBef>
                <a:spcPts val="0"/>
              </a:spcBef>
              <a:buNone/>
              <a:defRPr b="0" i="0" sz="900" u="none" cap="none" strike="noStrike">
                <a:solidFill>
                  <a:schemeClr val="accent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86" name="Google Shape;86;p17"/>
          <p:cNvSpPr txBox="1"/>
          <p:nvPr>
            <p:ph type="title"/>
          </p:nvPr>
        </p:nvSpPr>
        <p:spPr>
          <a:xfrm>
            <a:off x="452628" y="1097280"/>
            <a:ext cx="7886700" cy="431491"/>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chemeClr val="accent5"/>
              </a:buClr>
              <a:buSzPts val="3800"/>
              <a:buFont typeface="Arial"/>
              <a:buNone/>
              <a:defRPr sz="3800">
                <a:solidFill>
                  <a:schemeClr val="accent5"/>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7"/>
          <p:cNvSpPr txBox="1"/>
          <p:nvPr>
            <p:ph idx="1" type="body"/>
          </p:nvPr>
        </p:nvSpPr>
        <p:spPr>
          <a:xfrm>
            <a:off x="486918" y="2612898"/>
            <a:ext cx="3621024" cy="367904"/>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2"/>
              </a:buClr>
              <a:buSzPts val="1700"/>
              <a:buNone/>
              <a:defRPr b="1" sz="1700">
                <a:solidFill>
                  <a:schemeClr val="dk2"/>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8" name="Google Shape;88;p17"/>
          <p:cNvSpPr txBox="1"/>
          <p:nvPr>
            <p:ph idx="2" type="body"/>
          </p:nvPr>
        </p:nvSpPr>
        <p:spPr>
          <a:xfrm>
            <a:off x="274320" y="2948940"/>
            <a:ext cx="3566160" cy="1262062"/>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dk2"/>
              </a:buClr>
              <a:buSzPts val="1200"/>
              <a:buChar char="•"/>
              <a:defRPr sz="1200">
                <a:solidFill>
                  <a:schemeClr val="dk2"/>
                </a:solidFill>
              </a:defRPr>
            </a:lvl1pPr>
            <a:lvl2pPr indent="-304800" lvl="1" marL="914400" algn="l">
              <a:lnSpc>
                <a:spcPct val="150000"/>
              </a:lnSpc>
              <a:spcBef>
                <a:spcPts val="0"/>
              </a:spcBef>
              <a:spcAft>
                <a:spcPts val="0"/>
              </a:spcAft>
              <a:buClr>
                <a:schemeClr val="dk2"/>
              </a:buClr>
              <a:buSzPts val="1200"/>
              <a:buChar char="•"/>
              <a:defRPr sz="1200">
                <a:solidFill>
                  <a:schemeClr val="dk2"/>
                </a:solidFill>
              </a:defRPr>
            </a:lvl2pPr>
            <a:lvl3pPr indent="-304800" lvl="2" marL="1371600" algn="l">
              <a:lnSpc>
                <a:spcPct val="150000"/>
              </a:lnSpc>
              <a:spcBef>
                <a:spcPts val="0"/>
              </a:spcBef>
              <a:spcAft>
                <a:spcPts val="0"/>
              </a:spcAft>
              <a:buClr>
                <a:schemeClr val="dk2"/>
              </a:buClr>
              <a:buSzPts val="1200"/>
              <a:buChar char="•"/>
              <a:defRPr sz="1200">
                <a:solidFill>
                  <a:schemeClr val="dk2"/>
                </a:solidFill>
              </a:defRPr>
            </a:lvl3pPr>
            <a:lvl4pPr indent="-304800" lvl="3" marL="1828800" algn="l">
              <a:lnSpc>
                <a:spcPct val="150000"/>
              </a:lnSpc>
              <a:spcBef>
                <a:spcPts val="0"/>
              </a:spcBef>
              <a:spcAft>
                <a:spcPts val="0"/>
              </a:spcAft>
              <a:buClr>
                <a:schemeClr val="dk2"/>
              </a:buClr>
              <a:buSzPts val="1200"/>
              <a:buChar char="•"/>
              <a:defRPr sz="1200">
                <a:solidFill>
                  <a:schemeClr val="dk2"/>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17"/>
          <p:cNvSpPr txBox="1"/>
          <p:nvPr>
            <p:ph idx="3" type="body"/>
          </p:nvPr>
        </p:nvSpPr>
        <p:spPr>
          <a:xfrm>
            <a:off x="4457700" y="2948940"/>
            <a:ext cx="3566160" cy="1262062"/>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dk2"/>
              </a:buClr>
              <a:buSzPts val="1200"/>
              <a:buChar char="•"/>
              <a:defRPr sz="1200">
                <a:solidFill>
                  <a:schemeClr val="dk2"/>
                </a:solidFill>
              </a:defRPr>
            </a:lvl1pPr>
            <a:lvl2pPr indent="-304800" lvl="1" marL="914400" algn="l">
              <a:lnSpc>
                <a:spcPct val="150000"/>
              </a:lnSpc>
              <a:spcBef>
                <a:spcPts val="0"/>
              </a:spcBef>
              <a:spcAft>
                <a:spcPts val="0"/>
              </a:spcAft>
              <a:buClr>
                <a:schemeClr val="dk2"/>
              </a:buClr>
              <a:buSzPts val="1200"/>
              <a:buChar char="•"/>
              <a:defRPr sz="1200">
                <a:solidFill>
                  <a:schemeClr val="dk2"/>
                </a:solidFill>
              </a:defRPr>
            </a:lvl2pPr>
            <a:lvl3pPr indent="-304800" lvl="2" marL="1371600" algn="l">
              <a:lnSpc>
                <a:spcPct val="150000"/>
              </a:lnSpc>
              <a:spcBef>
                <a:spcPts val="0"/>
              </a:spcBef>
              <a:spcAft>
                <a:spcPts val="0"/>
              </a:spcAft>
              <a:buClr>
                <a:schemeClr val="dk2"/>
              </a:buClr>
              <a:buSzPts val="1200"/>
              <a:buChar char="•"/>
              <a:defRPr sz="1200">
                <a:solidFill>
                  <a:schemeClr val="dk2"/>
                </a:solidFill>
              </a:defRPr>
            </a:lvl3pPr>
            <a:lvl4pPr indent="-304800" lvl="3" marL="1828800" algn="l">
              <a:lnSpc>
                <a:spcPct val="150000"/>
              </a:lnSpc>
              <a:spcBef>
                <a:spcPts val="0"/>
              </a:spcBef>
              <a:spcAft>
                <a:spcPts val="0"/>
              </a:spcAft>
              <a:buClr>
                <a:schemeClr val="dk2"/>
              </a:buClr>
              <a:buSzPts val="1200"/>
              <a:buChar char="•"/>
              <a:defRPr sz="1200">
                <a:solidFill>
                  <a:schemeClr val="dk2"/>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grpSp>
        <p:nvGrpSpPr>
          <p:cNvPr id="90" name="Google Shape;90;p17"/>
          <p:cNvGrpSpPr/>
          <p:nvPr/>
        </p:nvGrpSpPr>
        <p:grpSpPr>
          <a:xfrm flipH="1" rot="5400000">
            <a:off x="6573068" y="2957512"/>
            <a:ext cx="4371976" cy="0"/>
            <a:chOff x="2287349" y="55407920"/>
            <a:chExt cx="11160369" cy="0"/>
          </a:xfrm>
        </p:grpSpPr>
        <p:cxnSp>
          <p:nvCxnSpPr>
            <p:cNvPr id="91" name="Google Shape;91;p17"/>
            <p:cNvCxnSpPr/>
            <p:nvPr/>
          </p:nvCxnSpPr>
          <p:spPr>
            <a:xfrm rot="10800000">
              <a:off x="5934529" y="51760740"/>
              <a:ext cx="0" cy="7294360"/>
            </a:xfrm>
            <a:prstGeom prst="straightConnector1">
              <a:avLst/>
            </a:prstGeom>
            <a:noFill/>
            <a:ln cap="flat" cmpd="sng" w="44450">
              <a:solidFill>
                <a:schemeClr val="dk2"/>
              </a:solidFill>
              <a:prstDash val="solid"/>
              <a:miter lim="800000"/>
              <a:headEnd len="sm" w="sm" type="none"/>
              <a:tailEnd len="sm" w="sm" type="none"/>
            </a:ln>
          </p:spPr>
        </p:cxnSp>
        <p:cxnSp>
          <p:nvCxnSpPr>
            <p:cNvPr id="92" name="Google Shape;92;p17"/>
            <p:cNvCxnSpPr/>
            <p:nvPr/>
          </p:nvCxnSpPr>
          <p:spPr>
            <a:xfrm rot="10800000">
              <a:off x="11514714" y="53474916"/>
              <a:ext cx="0" cy="3866008"/>
            </a:xfrm>
            <a:prstGeom prst="straightConnector1">
              <a:avLst/>
            </a:prstGeom>
            <a:noFill/>
            <a:ln cap="flat" cmpd="sng" w="44450">
              <a:solidFill>
                <a:schemeClr val="accent5"/>
              </a:solidFill>
              <a:prstDash val="solid"/>
              <a:miter lim="800000"/>
              <a:headEnd len="sm" w="sm" type="none"/>
              <a:tailEnd len="sm" w="sm" type="none"/>
            </a:ln>
          </p:spPr>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solidFill>
          <a:srgbClr val="D8BEB1"/>
        </a:solidFill>
      </p:bgPr>
    </p:bg>
    <p:spTree>
      <p:nvGrpSpPr>
        <p:cNvPr id="93" name="Shape 93"/>
        <p:cNvGrpSpPr/>
        <p:nvPr/>
      </p:nvGrpSpPr>
      <p:grpSpPr>
        <a:xfrm>
          <a:off x="0" y="0"/>
          <a:ext cx="0" cy="0"/>
          <a:chOff x="0" y="0"/>
          <a:chExt cx="0" cy="0"/>
        </a:xfrm>
      </p:grpSpPr>
      <p:sp>
        <p:nvSpPr>
          <p:cNvPr id="94" name="Google Shape;94;p18"/>
          <p:cNvSpPr txBox="1"/>
          <p:nvPr>
            <p:ph idx="11" type="ftr"/>
          </p:nvPr>
        </p:nvSpPr>
        <p:spPr>
          <a:xfrm>
            <a:off x="308610" y="226314"/>
            <a:ext cx="1371600" cy="20574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8"/>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96" name="Google Shape;96;p18"/>
          <p:cNvSpPr txBox="1"/>
          <p:nvPr>
            <p:ph type="title"/>
          </p:nvPr>
        </p:nvSpPr>
        <p:spPr>
          <a:xfrm>
            <a:off x="1721358" y="1097280"/>
            <a:ext cx="5623560" cy="528066"/>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chemeClr val="dk2"/>
              </a:buClr>
              <a:buSzPts val="3800"/>
              <a:buFont typeface="Arial"/>
              <a:buNone/>
              <a:defRPr sz="38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grpSp>
        <p:nvGrpSpPr>
          <p:cNvPr id="97" name="Google Shape;97;p18"/>
          <p:cNvGrpSpPr/>
          <p:nvPr/>
        </p:nvGrpSpPr>
        <p:grpSpPr>
          <a:xfrm>
            <a:off x="1800225" y="1901881"/>
            <a:ext cx="7350845" cy="616"/>
            <a:chOff x="2286319" y="5546299"/>
            <a:chExt cx="9801127" cy="903"/>
          </a:xfrm>
        </p:grpSpPr>
        <p:cxnSp>
          <p:nvCxnSpPr>
            <p:cNvPr id="98" name="Google Shape;98;p18"/>
            <p:cNvCxnSpPr/>
            <p:nvPr/>
          </p:nvCxnSpPr>
          <p:spPr>
            <a:xfrm>
              <a:off x="2286319" y="5546299"/>
              <a:ext cx="7391400" cy="0"/>
            </a:xfrm>
            <a:prstGeom prst="straightConnector1">
              <a:avLst/>
            </a:prstGeom>
            <a:noFill/>
            <a:ln cap="flat" cmpd="sng" w="57150">
              <a:solidFill>
                <a:schemeClr val="lt2"/>
              </a:solidFill>
              <a:prstDash val="solid"/>
              <a:miter lim="800000"/>
              <a:headEnd len="sm" w="sm" type="none"/>
              <a:tailEnd len="sm" w="sm" type="none"/>
            </a:ln>
          </p:spPr>
        </p:cxnSp>
        <p:cxnSp>
          <p:nvCxnSpPr>
            <p:cNvPr id="99" name="Google Shape;99;p18"/>
            <p:cNvCxnSpPr/>
            <p:nvPr/>
          </p:nvCxnSpPr>
          <p:spPr>
            <a:xfrm>
              <a:off x="9676016" y="5547202"/>
              <a:ext cx="2411430" cy="0"/>
            </a:xfrm>
            <a:prstGeom prst="straightConnector1">
              <a:avLst/>
            </a:prstGeom>
            <a:noFill/>
            <a:ln cap="flat" cmpd="sng" w="57150">
              <a:solidFill>
                <a:schemeClr val="dk2"/>
              </a:solidFill>
              <a:prstDash val="solid"/>
              <a:miter lim="800000"/>
              <a:headEnd len="sm" w="sm" type="none"/>
              <a:tailEnd len="sm" w="sm" type="none"/>
            </a:ln>
          </p:spPr>
        </p:cxnSp>
      </p:grpSp>
      <p:sp>
        <p:nvSpPr>
          <p:cNvPr id="100" name="Google Shape;100;p18"/>
          <p:cNvSpPr txBox="1"/>
          <p:nvPr>
            <p:ph idx="1" type="body"/>
          </p:nvPr>
        </p:nvSpPr>
        <p:spPr>
          <a:xfrm>
            <a:off x="1741932" y="2228850"/>
            <a:ext cx="3621024" cy="367904"/>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2"/>
              </a:buClr>
              <a:buSzPts val="1700"/>
              <a:buNone/>
              <a:defRPr b="1" sz="1700">
                <a:solidFill>
                  <a:schemeClr val="dk2"/>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1" name="Google Shape;101;p18"/>
          <p:cNvSpPr txBox="1"/>
          <p:nvPr>
            <p:ph idx="2" type="body"/>
          </p:nvPr>
        </p:nvSpPr>
        <p:spPr>
          <a:xfrm>
            <a:off x="1741932" y="3332988"/>
            <a:ext cx="3621024" cy="367904"/>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2"/>
              </a:buClr>
              <a:buSzPts val="1700"/>
              <a:buNone/>
              <a:defRPr b="1" sz="1700">
                <a:solidFill>
                  <a:schemeClr val="dk2"/>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2" name="Google Shape;102;p18"/>
          <p:cNvSpPr txBox="1"/>
          <p:nvPr>
            <p:ph idx="3" type="body"/>
          </p:nvPr>
        </p:nvSpPr>
        <p:spPr>
          <a:xfrm>
            <a:off x="1515618" y="2551176"/>
            <a:ext cx="6284415" cy="731445"/>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dk2"/>
              </a:buClr>
              <a:buSzPts val="1200"/>
              <a:buChar char="•"/>
              <a:defRPr sz="1200">
                <a:solidFill>
                  <a:schemeClr val="dk2"/>
                </a:solidFill>
              </a:defRPr>
            </a:lvl1pPr>
            <a:lvl2pPr indent="-304800" lvl="1" marL="914400" algn="l">
              <a:lnSpc>
                <a:spcPct val="150000"/>
              </a:lnSpc>
              <a:spcBef>
                <a:spcPts val="0"/>
              </a:spcBef>
              <a:spcAft>
                <a:spcPts val="0"/>
              </a:spcAft>
              <a:buClr>
                <a:schemeClr val="dk2"/>
              </a:buClr>
              <a:buSzPts val="1200"/>
              <a:buChar char="•"/>
              <a:defRPr sz="1200">
                <a:solidFill>
                  <a:schemeClr val="dk2"/>
                </a:solidFill>
              </a:defRPr>
            </a:lvl2pPr>
            <a:lvl3pPr indent="-304800" lvl="2" marL="1371600" algn="l">
              <a:lnSpc>
                <a:spcPct val="150000"/>
              </a:lnSpc>
              <a:spcBef>
                <a:spcPts val="0"/>
              </a:spcBef>
              <a:spcAft>
                <a:spcPts val="0"/>
              </a:spcAft>
              <a:buClr>
                <a:schemeClr val="dk2"/>
              </a:buClr>
              <a:buSzPts val="1200"/>
              <a:buChar char="•"/>
              <a:defRPr sz="1200">
                <a:solidFill>
                  <a:schemeClr val="dk2"/>
                </a:solidFill>
              </a:defRPr>
            </a:lvl3pPr>
            <a:lvl4pPr indent="-304800" lvl="3" marL="1828800" algn="l">
              <a:lnSpc>
                <a:spcPct val="150000"/>
              </a:lnSpc>
              <a:spcBef>
                <a:spcPts val="0"/>
              </a:spcBef>
              <a:spcAft>
                <a:spcPts val="0"/>
              </a:spcAft>
              <a:buClr>
                <a:schemeClr val="dk2"/>
              </a:buClr>
              <a:buSzPts val="1200"/>
              <a:buChar char="•"/>
              <a:defRPr sz="1200">
                <a:solidFill>
                  <a:schemeClr val="dk2"/>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3" name="Google Shape;103;p18"/>
          <p:cNvSpPr txBox="1"/>
          <p:nvPr>
            <p:ph idx="4" type="body"/>
          </p:nvPr>
        </p:nvSpPr>
        <p:spPr>
          <a:xfrm>
            <a:off x="1515618" y="3675888"/>
            <a:ext cx="6284415" cy="731445"/>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dk2"/>
              </a:buClr>
              <a:buSzPts val="1200"/>
              <a:buChar char="•"/>
              <a:defRPr sz="1200">
                <a:solidFill>
                  <a:schemeClr val="dk2"/>
                </a:solidFill>
              </a:defRPr>
            </a:lvl1pPr>
            <a:lvl2pPr indent="-304800" lvl="1" marL="914400" algn="l">
              <a:lnSpc>
                <a:spcPct val="150000"/>
              </a:lnSpc>
              <a:spcBef>
                <a:spcPts val="0"/>
              </a:spcBef>
              <a:spcAft>
                <a:spcPts val="0"/>
              </a:spcAft>
              <a:buClr>
                <a:schemeClr val="dk2"/>
              </a:buClr>
              <a:buSzPts val="1200"/>
              <a:buChar char="•"/>
              <a:defRPr sz="1200">
                <a:solidFill>
                  <a:schemeClr val="dk2"/>
                </a:solidFill>
              </a:defRPr>
            </a:lvl2pPr>
            <a:lvl3pPr indent="-304800" lvl="2" marL="1371600" algn="l">
              <a:lnSpc>
                <a:spcPct val="150000"/>
              </a:lnSpc>
              <a:spcBef>
                <a:spcPts val="0"/>
              </a:spcBef>
              <a:spcAft>
                <a:spcPts val="0"/>
              </a:spcAft>
              <a:buClr>
                <a:schemeClr val="dk2"/>
              </a:buClr>
              <a:buSzPts val="1200"/>
              <a:buChar char="•"/>
              <a:defRPr sz="1200">
                <a:solidFill>
                  <a:schemeClr val="dk2"/>
                </a:solidFill>
              </a:defRPr>
            </a:lvl3pPr>
            <a:lvl4pPr indent="-304800" lvl="3" marL="1828800" algn="l">
              <a:lnSpc>
                <a:spcPct val="150000"/>
              </a:lnSpc>
              <a:spcBef>
                <a:spcPts val="0"/>
              </a:spcBef>
              <a:spcAft>
                <a:spcPts val="0"/>
              </a:spcAft>
              <a:buClr>
                <a:schemeClr val="dk2"/>
              </a:buClr>
              <a:buSzPts val="1200"/>
              <a:buChar char="•"/>
              <a:defRPr sz="1200">
                <a:solidFill>
                  <a:schemeClr val="dk2"/>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on the right dark">
  <p:cSld name="Two content on the right dark">
    <p:bg>
      <p:bgPr>
        <a:solidFill>
          <a:schemeClr val="accent5"/>
        </a:solidFill>
      </p:bgPr>
    </p:bg>
    <p:spTree>
      <p:nvGrpSpPr>
        <p:cNvPr id="104" name="Shape 104"/>
        <p:cNvGrpSpPr/>
        <p:nvPr/>
      </p:nvGrpSpPr>
      <p:grpSpPr>
        <a:xfrm>
          <a:off x="0" y="0"/>
          <a:ext cx="0" cy="0"/>
          <a:chOff x="0" y="0"/>
          <a:chExt cx="0" cy="0"/>
        </a:xfrm>
      </p:grpSpPr>
      <p:sp>
        <p:nvSpPr>
          <p:cNvPr id="105" name="Google Shape;105;p19"/>
          <p:cNvSpPr/>
          <p:nvPr/>
        </p:nvSpPr>
        <p:spPr>
          <a:xfrm>
            <a:off x="2971799" y="644"/>
            <a:ext cx="6203731" cy="5142856"/>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2"/>
              </a:solidFill>
              <a:latin typeface="Arial"/>
              <a:ea typeface="Arial"/>
              <a:cs typeface="Arial"/>
              <a:sym typeface="Arial"/>
            </a:endParaRPr>
          </a:p>
        </p:txBody>
      </p:sp>
      <p:sp>
        <p:nvSpPr>
          <p:cNvPr id="106" name="Google Shape;106;p19"/>
          <p:cNvSpPr txBox="1"/>
          <p:nvPr>
            <p:ph idx="11" type="ftr"/>
          </p:nvPr>
        </p:nvSpPr>
        <p:spPr>
          <a:xfrm>
            <a:off x="308610" y="226314"/>
            <a:ext cx="1371600" cy="20574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7" name="Google Shape;107;p19"/>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900" u="none" cap="none" strike="noStrike">
                <a:solidFill>
                  <a:schemeClr val="lt1"/>
                </a:solidFill>
                <a:latin typeface="Arial"/>
                <a:ea typeface="Arial"/>
                <a:cs typeface="Arial"/>
                <a:sym typeface="Arial"/>
              </a:defRPr>
            </a:lvl1pPr>
            <a:lvl2pPr indent="0" lvl="1" marL="0" algn="r">
              <a:spcBef>
                <a:spcPts val="0"/>
              </a:spcBef>
              <a:buNone/>
              <a:defRPr b="0" i="0" sz="900" u="none" cap="none" strike="noStrike">
                <a:solidFill>
                  <a:schemeClr val="lt1"/>
                </a:solidFill>
                <a:latin typeface="Arial"/>
                <a:ea typeface="Arial"/>
                <a:cs typeface="Arial"/>
                <a:sym typeface="Arial"/>
              </a:defRPr>
            </a:lvl2pPr>
            <a:lvl3pPr indent="0" lvl="2" marL="0" algn="r">
              <a:spcBef>
                <a:spcPts val="0"/>
              </a:spcBef>
              <a:buNone/>
              <a:defRPr b="0" i="0" sz="900" u="none" cap="none" strike="noStrike">
                <a:solidFill>
                  <a:schemeClr val="lt1"/>
                </a:solidFill>
                <a:latin typeface="Arial"/>
                <a:ea typeface="Arial"/>
                <a:cs typeface="Arial"/>
                <a:sym typeface="Arial"/>
              </a:defRPr>
            </a:lvl3pPr>
            <a:lvl4pPr indent="0" lvl="3" marL="0" algn="r">
              <a:spcBef>
                <a:spcPts val="0"/>
              </a:spcBef>
              <a:buNone/>
              <a:defRPr b="0" i="0" sz="900" u="none" cap="none" strike="noStrike">
                <a:solidFill>
                  <a:schemeClr val="lt1"/>
                </a:solidFill>
                <a:latin typeface="Arial"/>
                <a:ea typeface="Arial"/>
                <a:cs typeface="Arial"/>
                <a:sym typeface="Arial"/>
              </a:defRPr>
            </a:lvl4pPr>
            <a:lvl5pPr indent="0" lvl="4" marL="0" algn="r">
              <a:spcBef>
                <a:spcPts val="0"/>
              </a:spcBef>
              <a:buNone/>
              <a:defRPr b="0" i="0" sz="900" u="none" cap="none" strike="noStrike">
                <a:solidFill>
                  <a:schemeClr val="lt1"/>
                </a:solidFill>
                <a:latin typeface="Arial"/>
                <a:ea typeface="Arial"/>
                <a:cs typeface="Arial"/>
                <a:sym typeface="Arial"/>
              </a:defRPr>
            </a:lvl5pPr>
            <a:lvl6pPr indent="0" lvl="5" marL="0" algn="r">
              <a:spcBef>
                <a:spcPts val="0"/>
              </a:spcBef>
              <a:buNone/>
              <a:defRPr b="0" i="0" sz="900" u="none" cap="none" strike="noStrike">
                <a:solidFill>
                  <a:schemeClr val="lt1"/>
                </a:solidFill>
                <a:latin typeface="Arial"/>
                <a:ea typeface="Arial"/>
                <a:cs typeface="Arial"/>
                <a:sym typeface="Arial"/>
              </a:defRPr>
            </a:lvl6pPr>
            <a:lvl7pPr indent="0" lvl="6" marL="0" algn="r">
              <a:spcBef>
                <a:spcPts val="0"/>
              </a:spcBef>
              <a:buNone/>
              <a:defRPr b="0" i="0" sz="900" u="none" cap="none" strike="noStrike">
                <a:solidFill>
                  <a:schemeClr val="lt1"/>
                </a:solidFill>
                <a:latin typeface="Arial"/>
                <a:ea typeface="Arial"/>
                <a:cs typeface="Arial"/>
                <a:sym typeface="Arial"/>
              </a:defRPr>
            </a:lvl7pPr>
            <a:lvl8pPr indent="0" lvl="7" marL="0" algn="r">
              <a:spcBef>
                <a:spcPts val="0"/>
              </a:spcBef>
              <a:buNone/>
              <a:defRPr b="0" i="0" sz="900" u="none" cap="none" strike="noStrike">
                <a:solidFill>
                  <a:schemeClr val="lt1"/>
                </a:solidFill>
                <a:latin typeface="Arial"/>
                <a:ea typeface="Arial"/>
                <a:cs typeface="Arial"/>
                <a:sym typeface="Arial"/>
              </a:defRPr>
            </a:lvl8pPr>
            <a:lvl9pPr indent="0" lvl="8" marL="0" algn="r">
              <a:spcBef>
                <a:spcPts val="0"/>
              </a:spcBef>
              <a:buNone/>
              <a:defRPr b="0" i="0" sz="9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
        <p:nvSpPr>
          <p:cNvPr id="108" name="Google Shape;108;p19"/>
          <p:cNvSpPr txBox="1"/>
          <p:nvPr>
            <p:ph type="title"/>
          </p:nvPr>
        </p:nvSpPr>
        <p:spPr>
          <a:xfrm>
            <a:off x="500634" y="1049274"/>
            <a:ext cx="3634740" cy="1262062"/>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chemeClr val="accent4"/>
              </a:buClr>
              <a:buSzPts val="3800"/>
              <a:buFont typeface="Arial"/>
              <a:buNone/>
              <a:defRPr sz="3800">
                <a:solidFill>
                  <a:schemeClr val="accent4"/>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9" name="Google Shape;109;p19"/>
          <p:cNvSpPr txBox="1"/>
          <p:nvPr>
            <p:ph idx="1" type="body"/>
          </p:nvPr>
        </p:nvSpPr>
        <p:spPr>
          <a:xfrm>
            <a:off x="4684014" y="1014984"/>
            <a:ext cx="3621024" cy="367904"/>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5"/>
              </a:buClr>
              <a:buSzPts val="1700"/>
              <a:buNone/>
              <a:defRPr b="1" sz="1700">
                <a:solidFill>
                  <a:schemeClr val="accent5"/>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0" name="Google Shape;110;p19"/>
          <p:cNvSpPr txBox="1"/>
          <p:nvPr>
            <p:ph idx="2" type="body"/>
          </p:nvPr>
        </p:nvSpPr>
        <p:spPr>
          <a:xfrm>
            <a:off x="4684014" y="2626614"/>
            <a:ext cx="3621024" cy="367904"/>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accent5"/>
              </a:buClr>
              <a:buSzPts val="1700"/>
              <a:buNone/>
              <a:defRPr b="1" sz="1700">
                <a:solidFill>
                  <a:schemeClr val="accent5"/>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1" name="Google Shape;111;p19"/>
          <p:cNvSpPr txBox="1"/>
          <p:nvPr>
            <p:ph idx="3" type="body"/>
          </p:nvPr>
        </p:nvSpPr>
        <p:spPr>
          <a:xfrm>
            <a:off x="4478274" y="1344168"/>
            <a:ext cx="3566160" cy="1262063"/>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accent5"/>
              </a:buClr>
              <a:buSzPts val="1200"/>
              <a:buChar char="•"/>
              <a:defRPr sz="1200">
                <a:solidFill>
                  <a:schemeClr val="accent5"/>
                </a:solidFill>
              </a:defRPr>
            </a:lvl1pPr>
            <a:lvl2pPr indent="-304800" lvl="1" marL="914400" algn="l">
              <a:lnSpc>
                <a:spcPct val="150000"/>
              </a:lnSpc>
              <a:spcBef>
                <a:spcPts val="0"/>
              </a:spcBef>
              <a:spcAft>
                <a:spcPts val="0"/>
              </a:spcAft>
              <a:buClr>
                <a:schemeClr val="accent5"/>
              </a:buClr>
              <a:buSzPts val="1200"/>
              <a:buChar char="•"/>
              <a:defRPr sz="1200">
                <a:solidFill>
                  <a:schemeClr val="accent5"/>
                </a:solidFill>
              </a:defRPr>
            </a:lvl2pPr>
            <a:lvl3pPr indent="-304800" lvl="2" marL="1371600" algn="l">
              <a:lnSpc>
                <a:spcPct val="150000"/>
              </a:lnSpc>
              <a:spcBef>
                <a:spcPts val="0"/>
              </a:spcBef>
              <a:spcAft>
                <a:spcPts val="0"/>
              </a:spcAft>
              <a:buClr>
                <a:schemeClr val="accent5"/>
              </a:buClr>
              <a:buSzPts val="1200"/>
              <a:buChar char="•"/>
              <a:defRPr sz="1200">
                <a:solidFill>
                  <a:schemeClr val="accent5"/>
                </a:solidFill>
              </a:defRPr>
            </a:lvl3pPr>
            <a:lvl4pPr indent="-304800" lvl="3" marL="1828800" algn="l">
              <a:lnSpc>
                <a:spcPct val="150000"/>
              </a:lnSpc>
              <a:spcBef>
                <a:spcPts val="0"/>
              </a:spcBef>
              <a:spcAft>
                <a:spcPts val="0"/>
              </a:spcAft>
              <a:buClr>
                <a:schemeClr val="accent5"/>
              </a:buClr>
              <a:buSzPts val="1200"/>
              <a:buChar char="•"/>
              <a:defRPr sz="1200">
                <a:solidFill>
                  <a:schemeClr val="accent5"/>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2" name="Google Shape;112;p19"/>
          <p:cNvSpPr txBox="1"/>
          <p:nvPr>
            <p:ph idx="4" type="body"/>
          </p:nvPr>
        </p:nvSpPr>
        <p:spPr>
          <a:xfrm>
            <a:off x="4478274" y="2955798"/>
            <a:ext cx="3566160" cy="1262062"/>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accent5"/>
              </a:buClr>
              <a:buSzPts val="1200"/>
              <a:buChar char="•"/>
              <a:defRPr sz="1200">
                <a:solidFill>
                  <a:schemeClr val="accent5"/>
                </a:solidFill>
              </a:defRPr>
            </a:lvl1pPr>
            <a:lvl2pPr indent="-304800" lvl="1" marL="914400" algn="l">
              <a:lnSpc>
                <a:spcPct val="150000"/>
              </a:lnSpc>
              <a:spcBef>
                <a:spcPts val="0"/>
              </a:spcBef>
              <a:spcAft>
                <a:spcPts val="0"/>
              </a:spcAft>
              <a:buClr>
                <a:schemeClr val="accent5"/>
              </a:buClr>
              <a:buSzPts val="1200"/>
              <a:buChar char="•"/>
              <a:defRPr sz="1200">
                <a:solidFill>
                  <a:schemeClr val="accent5"/>
                </a:solidFill>
              </a:defRPr>
            </a:lvl2pPr>
            <a:lvl3pPr indent="-304800" lvl="2" marL="1371600" algn="l">
              <a:lnSpc>
                <a:spcPct val="150000"/>
              </a:lnSpc>
              <a:spcBef>
                <a:spcPts val="0"/>
              </a:spcBef>
              <a:spcAft>
                <a:spcPts val="0"/>
              </a:spcAft>
              <a:buClr>
                <a:schemeClr val="accent5"/>
              </a:buClr>
              <a:buSzPts val="1200"/>
              <a:buChar char="•"/>
              <a:defRPr sz="1200">
                <a:solidFill>
                  <a:schemeClr val="accent5"/>
                </a:solidFill>
              </a:defRPr>
            </a:lvl3pPr>
            <a:lvl4pPr indent="-304800" lvl="3" marL="1828800" algn="l">
              <a:lnSpc>
                <a:spcPct val="150000"/>
              </a:lnSpc>
              <a:spcBef>
                <a:spcPts val="0"/>
              </a:spcBef>
              <a:spcAft>
                <a:spcPts val="0"/>
              </a:spcAft>
              <a:buClr>
                <a:schemeClr val="accent5"/>
              </a:buClr>
              <a:buSzPts val="1200"/>
              <a:buChar char="•"/>
              <a:defRPr sz="1200">
                <a:solidFill>
                  <a:schemeClr val="accent5"/>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grpSp>
        <p:nvGrpSpPr>
          <p:cNvPr id="113" name="Google Shape;113;p19"/>
          <p:cNvGrpSpPr/>
          <p:nvPr/>
        </p:nvGrpSpPr>
        <p:grpSpPr>
          <a:xfrm>
            <a:off x="-21231" y="1885966"/>
            <a:ext cx="4249974" cy="0"/>
            <a:chOff x="5464255" y="5541151"/>
            <a:chExt cx="5666632" cy="0"/>
          </a:xfrm>
        </p:grpSpPr>
        <p:cxnSp>
          <p:nvCxnSpPr>
            <p:cNvPr id="114" name="Google Shape;114;p19"/>
            <p:cNvCxnSpPr/>
            <p:nvPr/>
          </p:nvCxnSpPr>
          <p:spPr>
            <a:xfrm>
              <a:off x="5464255" y="5541151"/>
              <a:ext cx="3991534" cy="0"/>
            </a:xfrm>
            <a:prstGeom prst="straightConnector1">
              <a:avLst/>
            </a:prstGeom>
            <a:noFill/>
            <a:ln cap="flat" cmpd="sng" w="57150">
              <a:solidFill>
                <a:schemeClr val="accent3"/>
              </a:solidFill>
              <a:prstDash val="solid"/>
              <a:miter lim="800000"/>
              <a:headEnd len="sm" w="sm" type="none"/>
              <a:tailEnd len="sm" w="sm" type="none"/>
            </a:ln>
          </p:spPr>
        </p:cxnSp>
        <p:cxnSp>
          <p:nvCxnSpPr>
            <p:cNvPr id="115" name="Google Shape;115;p19"/>
            <p:cNvCxnSpPr/>
            <p:nvPr/>
          </p:nvCxnSpPr>
          <p:spPr>
            <a:xfrm>
              <a:off x="9454487" y="5541151"/>
              <a:ext cx="1676400" cy="0"/>
            </a:xfrm>
            <a:prstGeom prst="straightConnector1">
              <a:avLst/>
            </a:prstGeom>
            <a:noFill/>
            <a:ln cap="flat" cmpd="sng" w="57150">
              <a:solidFill>
                <a:schemeClr val="accent5"/>
              </a:solidFill>
              <a:prstDash val="solid"/>
              <a:miter lim="800000"/>
              <a:headEnd len="sm" w="sm" type="none"/>
              <a:tailEnd len="sm" w="sm" type="none"/>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bg>
      <p:bgPr>
        <a:solidFill>
          <a:srgbClr val="D8BEB1"/>
        </a:solidFill>
      </p:bgPr>
    </p:bg>
    <p:spTree>
      <p:nvGrpSpPr>
        <p:cNvPr id="116" name="Shape 116"/>
        <p:cNvGrpSpPr/>
        <p:nvPr/>
      </p:nvGrpSpPr>
      <p:grpSpPr>
        <a:xfrm>
          <a:off x="0" y="0"/>
          <a:ext cx="0" cy="0"/>
          <a:chOff x="0" y="0"/>
          <a:chExt cx="0" cy="0"/>
        </a:xfrm>
      </p:grpSpPr>
      <p:sp>
        <p:nvSpPr>
          <p:cNvPr id="117" name="Google Shape;117;p20"/>
          <p:cNvSpPr txBox="1"/>
          <p:nvPr>
            <p:ph idx="11" type="ftr"/>
          </p:nvPr>
        </p:nvSpPr>
        <p:spPr>
          <a:xfrm>
            <a:off x="308610" y="226314"/>
            <a:ext cx="1371600" cy="20574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0"/>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19" name="Google Shape;119;p20"/>
          <p:cNvSpPr txBox="1"/>
          <p:nvPr>
            <p:ph type="title"/>
          </p:nvPr>
        </p:nvSpPr>
        <p:spPr>
          <a:xfrm>
            <a:off x="452628" y="1097280"/>
            <a:ext cx="8153781" cy="528066"/>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chemeClr val="dk2"/>
              </a:buClr>
              <a:buSzPts val="3800"/>
              <a:buFont typeface="Arial"/>
              <a:buNone/>
              <a:defRPr sz="38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0" name="Google Shape;120;p20"/>
          <p:cNvSpPr txBox="1"/>
          <p:nvPr>
            <p:ph idx="1" type="body"/>
          </p:nvPr>
        </p:nvSpPr>
        <p:spPr>
          <a:xfrm>
            <a:off x="486918" y="2235708"/>
            <a:ext cx="2462022" cy="829818"/>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2"/>
              </a:buClr>
              <a:buSzPts val="1700"/>
              <a:buNone/>
              <a:defRPr b="1" sz="1700">
                <a:solidFill>
                  <a:schemeClr val="dk2"/>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1" name="Google Shape;121;p20"/>
          <p:cNvSpPr txBox="1"/>
          <p:nvPr>
            <p:ph idx="2" type="body"/>
          </p:nvPr>
        </p:nvSpPr>
        <p:spPr>
          <a:xfrm>
            <a:off x="3250692" y="2235708"/>
            <a:ext cx="2462022" cy="829818"/>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2"/>
              </a:buClr>
              <a:buSzPts val="1700"/>
              <a:buNone/>
              <a:defRPr b="1" sz="1700">
                <a:solidFill>
                  <a:schemeClr val="dk2"/>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0"/>
          <p:cNvSpPr txBox="1"/>
          <p:nvPr>
            <p:ph idx="3" type="body"/>
          </p:nvPr>
        </p:nvSpPr>
        <p:spPr>
          <a:xfrm>
            <a:off x="274320" y="3086100"/>
            <a:ext cx="2462022" cy="731445"/>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dk2"/>
              </a:buClr>
              <a:buSzPts val="1200"/>
              <a:buChar char="•"/>
              <a:defRPr sz="1200">
                <a:solidFill>
                  <a:schemeClr val="dk2"/>
                </a:solidFill>
              </a:defRPr>
            </a:lvl1pPr>
            <a:lvl2pPr indent="-304800" lvl="1" marL="914400" algn="l">
              <a:lnSpc>
                <a:spcPct val="150000"/>
              </a:lnSpc>
              <a:spcBef>
                <a:spcPts val="0"/>
              </a:spcBef>
              <a:spcAft>
                <a:spcPts val="0"/>
              </a:spcAft>
              <a:buClr>
                <a:schemeClr val="dk2"/>
              </a:buClr>
              <a:buSzPts val="1200"/>
              <a:buChar char="•"/>
              <a:defRPr sz="1200">
                <a:solidFill>
                  <a:schemeClr val="dk2"/>
                </a:solidFill>
              </a:defRPr>
            </a:lvl2pPr>
            <a:lvl3pPr indent="-304800" lvl="2" marL="1371600" algn="l">
              <a:lnSpc>
                <a:spcPct val="150000"/>
              </a:lnSpc>
              <a:spcBef>
                <a:spcPts val="0"/>
              </a:spcBef>
              <a:spcAft>
                <a:spcPts val="0"/>
              </a:spcAft>
              <a:buClr>
                <a:schemeClr val="dk2"/>
              </a:buClr>
              <a:buSzPts val="1200"/>
              <a:buChar char="•"/>
              <a:defRPr sz="1200">
                <a:solidFill>
                  <a:schemeClr val="dk2"/>
                </a:solidFill>
              </a:defRPr>
            </a:lvl3pPr>
            <a:lvl4pPr indent="-304800" lvl="3" marL="1828800" algn="l">
              <a:lnSpc>
                <a:spcPct val="150000"/>
              </a:lnSpc>
              <a:spcBef>
                <a:spcPts val="0"/>
              </a:spcBef>
              <a:spcAft>
                <a:spcPts val="0"/>
              </a:spcAft>
              <a:buClr>
                <a:schemeClr val="dk2"/>
              </a:buClr>
              <a:buSzPts val="1200"/>
              <a:buChar char="•"/>
              <a:defRPr sz="1200">
                <a:solidFill>
                  <a:schemeClr val="dk2"/>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3" name="Google Shape;123;p20"/>
          <p:cNvSpPr txBox="1"/>
          <p:nvPr>
            <p:ph idx="4" type="body"/>
          </p:nvPr>
        </p:nvSpPr>
        <p:spPr>
          <a:xfrm>
            <a:off x="3003804" y="3086100"/>
            <a:ext cx="2462022" cy="731445"/>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dk2"/>
              </a:buClr>
              <a:buSzPts val="1200"/>
              <a:buChar char="•"/>
              <a:defRPr sz="1200">
                <a:solidFill>
                  <a:schemeClr val="dk2"/>
                </a:solidFill>
              </a:defRPr>
            </a:lvl1pPr>
            <a:lvl2pPr indent="-304800" lvl="1" marL="914400" algn="l">
              <a:lnSpc>
                <a:spcPct val="150000"/>
              </a:lnSpc>
              <a:spcBef>
                <a:spcPts val="0"/>
              </a:spcBef>
              <a:spcAft>
                <a:spcPts val="0"/>
              </a:spcAft>
              <a:buClr>
                <a:schemeClr val="dk2"/>
              </a:buClr>
              <a:buSzPts val="1200"/>
              <a:buChar char="•"/>
              <a:defRPr sz="1200">
                <a:solidFill>
                  <a:schemeClr val="dk2"/>
                </a:solidFill>
              </a:defRPr>
            </a:lvl2pPr>
            <a:lvl3pPr indent="-304800" lvl="2" marL="1371600" algn="l">
              <a:lnSpc>
                <a:spcPct val="150000"/>
              </a:lnSpc>
              <a:spcBef>
                <a:spcPts val="0"/>
              </a:spcBef>
              <a:spcAft>
                <a:spcPts val="0"/>
              </a:spcAft>
              <a:buClr>
                <a:schemeClr val="dk2"/>
              </a:buClr>
              <a:buSzPts val="1200"/>
              <a:buChar char="•"/>
              <a:defRPr sz="1200">
                <a:solidFill>
                  <a:schemeClr val="dk2"/>
                </a:solidFill>
              </a:defRPr>
            </a:lvl3pPr>
            <a:lvl4pPr indent="-304800" lvl="3" marL="1828800" algn="l">
              <a:lnSpc>
                <a:spcPct val="150000"/>
              </a:lnSpc>
              <a:spcBef>
                <a:spcPts val="0"/>
              </a:spcBef>
              <a:spcAft>
                <a:spcPts val="0"/>
              </a:spcAft>
              <a:buClr>
                <a:schemeClr val="dk2"/>
              </a:buClr>
              <a:buSzPts val="1200"/>
              <a:buChar char="•"/>
              <a:defRPr sz="1200">
                <a:solidFill>
                  <a:schemeClr val="dk2"/>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grpSp>
        <p:nvGrpSpPr>
          <p:cNvPr id="124" name="Google Shape;124;p20"/>
          <p:cNvGrpSpPr/>
          <p:nvPr/>
        </p:nvGrpSpPr>
        <p:grpSpPr>
          <a:xfrm>
            <a:off x="537591" y="1895380"/>
            <a:ext cx="8068818" cy="1173"/>
            <a:chOff x="2792270" y="5541172"/>
            <a:chExt cx="11391900" cy="158"/>
          </a:xfrm>
        </p:grpSpPr>
        <p:cxnSp>
          <p:nvCxnSpPr>
            <p:cNvPr id="125" name="Google Shape;125;p20"/>
            <p:cNvCxnSpPr/>
            <p:nvPr/>
          </p:nvCxnSpPr>
          <p:spPr>
            <a:xfrm>
              <a:off x="2792270" y="5541172"/>
              <a:ext cx="6760464" cy="0"/>
            </a:xfrm>
            <a:prstGeom prst="straightConnector1">
              <a:avLst/>
            </a:prstGeom>
            <a:noFill/>
            <a:ln cap="flat" cmpd="sng" w="57150">
              <a:solidFill>
                <a:schemeClr val="accent5"/>
              </a:solidFill>
              <a:prstDash val="solid"/>
              <a:miter lim="800000"/>
              <a:headEnd len="sm" w="sm" type="none"/>
              <a:tailEnd len="sm" w="sm" type="none"/>
            </a:ln>
          </p:spPr>
        </p:cxnSp>
        <p:cxnSp>
          <p:nvCxnSpPr>
            <p:cNvPr id="126" name="Google Shape;126;p20"/>
            <p:cNvCxnSpPr/>
            <p:nvPr/>
          </p:nvCxnSpPr>
          <p:spPr>
            <a:xfrm>
              <a:off x="9552734" y="5541330"/>
              <a:ext cx="4631436" cy="0"/>
            </a:xfrm>
            <a:prstGeom prst="straightConnector1">
              <a:avLst/>
            </a:prstGeom>
            <a:noFill/>
            <a:ln cap="flat" cmpd="sng" w="57150">
              <a:solidFill>
                <a:schemeClr val="dk2"/>
              </a:solidFill>
              <a:prstDash val="solid"/>
              <a:miter lim="800000"/>
              <a:headEnd len="sm" w="sm" type="none"/>
              <a:tailEnd len="sm" w="sm" type="none"/>
            </a:ln>
          </p:spPr>
        </p:cxnSp>
      </p:grpSp>
      <p:sp>
        <p:nvSpPr>
          <p:cNvPr id="127" name="Google Shape;127;p20"/>
          <p:cNvSpPr txBox="1"/>
          <p:nvPr>
            <p:ph idx="5" type="body"/>
          </p:nvPr>
        </p:nvSpPr>
        <p:spPr>
          <a:xfrm>
            <a:off x="6199632" y="2235708"/>
            <a:ext cx="2462022" cy="829818"/>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2"/>
              </a:buClr>
              <a:buSzPts val="1700"/>
              <a:buNone/>
              <a:defRPr b="1" sz="1700">
                <a:solidFill>
                  <a:schemeClr val="dk2"/>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20"/>
          <p:cNvSpPr txBox="1"/>
          <p:nvPr>
            <p:ph idx="6" type="body"/>
          </p:nvPr>
        </p:nvSpPr>
        <p:spPr>
          <a:xfrm>
            <a:off x="5980176" y="3086100"/>
            <a:ext cx="2462022" cy="731445"/>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dk2"/>
              </a:buClr>
              <a:buSzPts val="1200"/>
              <a:buChar char="•"/>
              <a:defRPr sz="1200">
                <a:solidFill>
                  <a:schemeClr val="dk2"/>
                </a:solidFill>
              </a:defRPr>
            </a:lvl1pPr>
            <a:lvl2pPr indent="-304800" lvl="1" marL="914400" algn="l">
              <a:lnSpc>
                <a:spcPct val="150000"/>
              </a:lnSpc>
              <a:spcBef>
                <a:spcPts val="0"/>
              </a:spcBef>
              <a:spcAft>
                <a:spcPts val="0"/>
              </a:spcAft>
              <a:buClr>
                <a:schemeClr val="dk2"/>
              </a:buClr>
              <a:buSzPts val="1200"/>
              <a:buChar char="•"/>
              <a:defRPr sz="1200">
                <a:solidFill>
                  <a:schemeClr val="dk2"/>
                </a:solidFill>
              </a:defRPr>
            </a:lvl2pPr>
            <a:lvl3pPr indent="-304800" lvl="2" marL="1371600" algn="l">
              <a:lnSpc>
                <a:spcPct val="150000"/>
              </a:lnSpc>
              <a:spcBef>
                <a:spcPts val="0"/>
              </a:spcBef>
              <a:spcAft>
                <a:spcPts val="0"/>
              </a:spcAft>
              <a:buClr>
                <a:schemeClr val="dk2"/>
              </a:buClr>
              <a:buSzPts val="1200"/>
              <a:buChar char="•"/>
              <a:defRPr sz="1200">
                <a:solidFill>
                  <a:schemeClr val="dk2"/>
                </a:solidFill>
              </a:defRPr>
            </a:lvl3pPr>
            <a:lvl4pPr indent="-304800" lvl="3" marL="1828800" algn="l">
              <a:lnSpc>
                <a:spcPct val="150000"/>
              </a:lnSpc>
              <a:spcBef>
                <a:spcPts val="0"/>
              </a:spcBef>
              <a:spcAft>
                <a:spcPts val="0"/>
              </a:spcAft>
              <a:buClr>
                <a:schemeClr val="dk2"/>
              </a:buClr>
              <a:buSzPts val="1200"/>
              <a:buChar char="•"/>
              <a:defRPr sz="1200">
                <a:solidFill>
                  <a:schemeClr val="dk2"/>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dark">
  <p:cSld name="Title and two column dark">
    <p:bg>
      <p:bgPr>
        <a:solidFill>
          <a:schemeClr val="accent5"/>
        </a:solidFill>
      </p:bgPr>
    </p:bg>
    <p:spTree>
      <p:nvGrpSpPr>
        <p:cNvPr id="129" name="Shape 129"/>
        <p:cNvGrpSpPr/>
        <p:nvPr/>
      </p:nvGrpSpPr>
      <p:grpSpPr>
        <a:xfrm>
          <a:off x="0" y="0"/>
          <a:ext cx="0" cy="0"/>
          <a:chOff x="0" y="0"/>
          <a:chExt cx="0" cy="0"/>
        </a:xfrm>
      </p:grpSpPr>
      <p:sp>
        <p:nvSpPr>
          <p:cNvPr id="130" name="Google Shape;130;p21"/>
          <p:cNvSpPr txBox="1"/>
          <p:nvPr>
            <p:ph idx="11" type="ftr"/>
          </p:nvPr>
        </p:nvSpPr>
        <p:spPr>
          <a:xfrm>
            <a:off x="308610" y="226314"/>
            <a:ext cx="1371600" cy="20574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1" name="Google Shape;131;p21"/>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32" name="Google Shape;132;p21"/>
          <p:cNvSpPr/>
          <p:nvPr/>
        </p:nvSpPr>
        <p:spPr>
          <a:xfrm>
            <a:off x="0" y="541782"/>
            <a:ext cx="9144000" cy="4059936"/>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133" name="Google Shape;133;p21"/>
          <p:cNvCxnSpPr/>
          <p:nvPr/>
        </p:nvCxnSpPr>
        <p:spPr>
          <a:xfrm>
            <a:off x="3200400" y="1892808"/>
            <a:ext cx="5943600" cy="662"/>
          </a:xfrm>
          <a:prstGeom prst="straightConnector1">
            <a:avLst/>
          </a:prstGeom>
          <a:noFill/>
          <a:ln cap="flat" cmpd="sng" w="57150">
            <a:solidFill>
              <a:schemeClr val="accent3"/>
            </a:solidFill>
            <a:prstDash val="solid"/>
            <a:miter lim="800000"/>
            <a:headEnd len="sm" w="sm" type="none"/>
            <a:tailEnd len="sm" w="sm" type="none"/>
          </a:ln>
        </p:spPr>
      </p:cxnSp>
      <p:cxnSp>
        <p:nvCxnSpPr>
          <p:cNvPr id="134" name="Google Shape;134;p21"/>
          <p:cNvCxnSpPr/>
          <p:nvPr/>
        </p:nvCxnSpPr>
        <p:spPr>
          <a:xfrm>
            <a:off x="542538" y="1892808"/>
            <a:ext cx="2657862" cy="0"/>
          </a:xfrm>
          <a:prstGeom prst="straightConnector1">
            <a:avLst/>
          </a:prstGeom>
          <a:noFill/>
          <a:ln cap="flat" cmpd="sng" w="57150">
            <a:solidFill>
              <a:schemeClr val="accent5"/>
            </a:solidFill>
            <a:prstDash val="solid"/>
            <a:miter lim="800000"/>
            <a:headEnd len="sm" w="sm" type="none"/>
            <a:tailEnd len="sm" w="sm" type="none"/>
          </a:ln>
        </p:spPr>
      </p:cxnSp>
      <p:sp>
        <p:nvSpPr>
          <p:cNvPr id="135" name="Google Shape;135;p21"/>
          <p:cNvSpPr txBox="1"/>
          <p:nvPr>
            <p:ph type="title"/>
          </p:nvPr>
        </p:nvSpPr>
        <p:spPr>
          <a:xfrm>
            <a:off x="452628" y="1097280"/>
            <a:ext cx="7886700" cy="431491"/>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chemeClr val="lt1"/>
              </a:buClr>
              <a:buSzPts val="3800"/>
              <a:buFont typeface="Arial"/>
              <a:buNone/>
              <a:defRPr sz="38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6" name="Google Shape;136;p21"/>
          <p:cNvSpPr txBox="1"/>
          <p:nvPr>
            <p:ph idx="1" type="body"/>
          </p:nvPr>
        </p:nvSpPr>
        <p:spPr>
          <a:xfrm>
            <a:off x="486918" y="2228850"/>
            <a:ext cx="3621024" cy="367904"/>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1700"/>
              <a:buNone/>
              <a:defRPr b="1" sz="1700">
                <a:solidFill>
                  <a:schemeClr val="lt1"/>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7" name="Google Shape;137;p21"/>
          <p:cNvSpPr txBox="1"/>
          <p:nvPr>
            <p:ph idx="2" type="body"/>
          </p:nvPr>
        </p:nvSpPr>
        <p:spPr>
          <a:xfrm>
            <a:off x="4677156" y="2228850"/>
            <a:ext cx="3621024" cy="367904"/>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lt1"/>
              </a:buClr>
              <a:buSzPts val="1700"/>
              <a:buNone/>
              <a:defRPr b="1" sz="1700">
                <a:solidFill>
                  <a:schemeClr val="lt1"/>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8" name="Google Shape;138;p21"/>
          <p:cNvSpPr txBox="1"/>
          <p:nvPr>
            <p:ph idx="3" type="body"/>
          </p:nvPr>
        </p:nvSpPr>
        <p:spPr>
          <a:xfrm>
            <a:off x="274320" y="2551176"/>
            <a:ext cx="3833622" cy="1262063"/>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lt1"/>
              </a:buClr>
              <a:buSzPts val="1200"/>
              <a:buChar char="•"/>
              <a:defRPr sz="1200">
                <a:solidFill>
                  <a:schemeClr val="lt1"/>
                </a:solidFill>
              </a:defRPr>
            </a:lvl1pPr>
            <a:lvl2pPr indent="-304800" lvl="1" marL="914400" algn="l">
              <a:lnSpc>
                <a:spcPct val="150000"/>
              </a:lnSpc>
              <a:spcBef>
                <a:spcPts val="0"/>
              </a:spcBef>
              <a:spcAft>
                <a:spcPts val="0"/>
              </a:spcAft>
              <a:buClr>
                <a:schemeClr val="lt1"/>
              </a:buClr>
              <a:buSzPts val="1200"/>
              <a:buChar char="•"/>
              <a:defRPr sz="1200">
                <a:solidFill>
                  <a:schemeClr val="lt1"/>
                </a:solidFill>
              </a:defRPr>
            </a:lvl2pPr>
            <a:lvl3pPr indent="-304800" lvl="2" marL="1371600" algn="l">
              <a:lnSpc>
                <a:spcPct val="150000"/>
              </a:lnSpc>
              <a:spcBef>
                <a:spcPts val="0"/>
              </a:spcBef>
              <a:spcAft>
                <a:spcPts val="0"/>
              </a:spcAft>
              <a:buClr>
                <a:schemeClr val="lt1"/>
              </a:buClr>
              <a:buSzPts val="1200"/>
              <a:buChar char="•"/>
              <a:defRPr sz="1200">
                <a:solidFill>
                  <a:schemeClr val="lt1"/>
                </a:solidFill>
              </a:defRPr>
            </a:lvl3pPr>
            <a:lvl4pPr indent="-304800" lvl="3" marL="1828800" algn="l">
              <a:lnSpc>
                <a:spcPct val="150000"/>
              </a:lnSpc>
              <a:spcBef>
                <a:spcPts val="0"/>
              </a:spcBef>
              <a:spcAft>
                <a:spcPts val="0"/>
              </a:spcAft>
              <a:buClr>
                <a:schemeClr val="lt1"/>
              </a:buClr>
              <a:buSzPts val="1200"/>
              <a:buChar char="•"/>
              <a:defRPr sz="1200">
                <a:solidFill>
                  <a:schemeClr val="lt1"/>
                </a:solidFill>
              </a:defRPr>
            </a:lvl4pPr>
            <a:lvl5pPr indent="-304800" lvl="4" marL="2286000" algn="l">
              <a:lnSpc>
                <a:spcPct val="150000"/>
              </a:lnSpc>
              <a:spcBef>
                <a:spcPts val="0"/>
              </a:spcBef>
              <a:spcAft>
                <a:spcPts val="0"/>
              </a:spcAft>
              <a:buClr>
                <a:schemeClr val="lt1"/>
              </a:buClr>
              <a:buSzPts val="1200"/>
              <a:buChar char="•"/>
              <a:defRPr sz="1200">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9" name="Google Shape;139;p21"/>
          <p:cNvSpPr txBox="1"/>
          <p:nvPr>
            <p:ph idx="4" type="body"/>
          </p:nvPr>
        </p:nvSpPr>
        <p:spPr>
          <a:xfrm>
            <a:off x="4457700" y="2551176"/>
            <a:ext cx="3833622" cy="1262063"/>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lt1"/>
              </a:buClr>
              <a:buSzPts val="1200"/>
              <a:buChar char="•"/>
              <a:defRPr sz="1200">
                <a:solidFill>
                  <a:schemeClr val="lt1"/>
                </a:solidFill>
              </a:defRPr>
            </a:lvl1pPr>
            <a:lvl2pPr indent="-304800" lvl="1" marL="914400" algn="l">
              <a:lnSpc>
                <a:spcPct val="150000"/>
              </a:lnSpc>
              <a:spcBef>
                <a:spcPts val="0"/>
              </a:spcBef>
              <a:spcAft>
                <a:spcPts val="0"/>
              </a:spcAft>
              <a:buClr>
                <a:schemeClr val="lt1"/>
              </a:buClr>
              <a:buSzPts val="1200"/>
              <a:buChar char="•"/>
              <a:defRPr sz="1200">
                <a:solidFill>
                  <a:schemeClr val="lt1"/>
                </a:solidFill>
              </a:defRPr>
            </a:lvl2pPr>
            <a:lvl3pPr indent="-304800" lvl="2" marL="1371600" algn="l">
              <a:lnSpc>
                <a:spcPct val="150000"/>
              </a:lnSpc>
              <a:spcBef>
                <a:spcPts val="0"/>
              </a:spcBef>
              <a:spcAft>
                <a:spcPts val="0"/>
              </a:spcAft>
              <a:buClr>
                <a:schemeClr val="lt1"/>
              </a:buClr>
              <a:buSzPts val="1200"/>
              <a:buChar char="•"/>
              <a:defRPr sz="1200">
                <a:solidFill>
                  <a:schemeClr val="lt1"/>
                </a:solidFill>
              </a:defRPr>
            </a:lvl3pPr>
            <a:lvl4pPr indent="-304800" lvl="3" marL="1828800" algn="l">
              <a:lnSpc>
                <a:spcPct val="150000"/>
              </a:lnSpc>
              <a:spcBef>
                <a:spcPts val="0"/>
              </a:spcBef>
              <a:spcAft>
                <a:spcPts val="0"/>
              </a:spcAft>
              <a:buClr>
                <a:schemeClr val="lt1"/>
              </a:buClr>
              <a:buSzPts val="1200"/>
              <a:buChar char="•"/>
              <a:defRPr sz="1200">
                <a:solidFill>
                  <a:schemeClr val="lt1"/>
                </a:solidFill>
              </a:defRPr>
            </a:lvl4pPr>
            <a:lvl5pPr indent="-304800" lvl="4" marL="2286000" algn="l">
              <a:lnSpc>
                <a:spcPct val="150000"/>
              </a:lnSpc>
              <a:spcBef>
                <a:spcPts val="0"/>
              </a:spcBef>
              <a:spcAft>
                <a:spcPts val="0"/>
              </a:spcAft>
              <a:buClr>
                <a:schemeClr val="lt1"/>
              </a:buClr>
              <a:buSzPts val="1200"/>
              <a:buChar char="•"/>
              <a:defRPr sz="1200">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on the left">
  <p:cSld name="Three content on the left">
    <p:bg>
      <p:bgPr>
        <a:solidFill>
          <a:schemeClr val="accent5"/>
        </a:solidFill>
      </p:bgPr>
    </p:bg>
    <p:spTree>
      <p:nvGrpSpPr>
        <p:cNvPr id="140" name="Shape 140"/>
        <p:cNvGrpSpPr/>
        <p:nvPr/>
      </p:nvGrpSpPr>
      <p:grpSpPr>
        <a:xfrm>
          <a:off x="0" y="0"/>
          <a:ext cx="0" cy="0"/>
          <a:chOff x="0" y="0"/>
          <a:chExt cx="0" cy="0"/>
        </a:xfrm>
      </p:grpSpPr>
      <p:sp>
        <p:nvSpPr>
          <p:cNvPr id="141" name="Google Shape;141;p22"/>
          <p:cNvSpPr/>
          <p:nvPr/>
        </p:nvSpPr>
        <p:spPr>
          <a:xfrm>
            <a:off x="6086476" y="0"/>
            <a:ext cx="3057524" cy="5143500"/>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2"/>
              </a:solidFill>
              <a:latin typeface="Arial"/>
              <a:ea typeface="Arial"/>
              <a:cs typeface="Arial"/>
              <a:sym typeface="Arial"/>
            </a:endParaRPr>
          </a:p>
        </p:txBody>
      </p:sp>
      <p:grpSp>
        <p:nvGrpSpPr>
          <p:cNvPr id="142" name="Google Shape;142;p22"/>
          <p:cNvGrpSpPr/>
          <p:nvPr/>
        </p:nvGrpSpPr>
        <p:grpSpPr>
          <a:xfrm>
            <a:off x="4738259" y="3423648"/>
            <a:ext cx="4393780" cy="289"/>
            <a:chOff x="5440605" y="5540787"/>
            <a:chExt cx="5858373" cy="385"/>
          </a:xfrm>
        </p:grpSpPr>
        <p:cxnSp>
          <p:nvCxnSpPr>
            <p:cNvPr id="143" name="Google Shape;143;p22"/>
            <p:cNvCxnSpPr/>
            <p:nvPr/>
          </p:nvCxnSpPr>
          <p:spPr>
            <a:xfrm>
              <a:off x="5440605" y="5541172"/>
              <a:ext cx="1797621" cy="0"/>
            </a:xfrm>
            <a:prstGeom prst="straightConnector1">
              <a:avLst/>
            </a:prstGeom>
            <a:noFill/>
            <a:ln cap="flat" cmpd="sng" w="57150">
              <a:solidFill>
                <a:schemeClr val="dk2"/>
              </a:solidFill>
              <a:prstDash val="solid"/>
              <a:miter lim="800000"/>
              <a:headEnd len="sm" w="sm" type="none"/>
              <a:tailEnd len="sm" w="sm" type="none"/>
            </a:ln>
          </p:spPr>
        </p:cxnSp>
        <p:cxnSp>
          <p:nvCxnSpPr>
            <p:cNvPr id="144" name="Google Shape;144;p22"/>
            <p:cNvCxnSpPr/>
            <p:nvPr/>
          </p:nvCxnSpPr>
          <p:spPr>
            <a:xfrm>
              <a:off x="7237724" y="5540787"/>
              <a:ext cx="4061254" cy="0"/>
            </a:xfrm>
            <a:prstGeom prst="straightConnector1">
              <a:avLst/>
            </a:prstGeom>
            <a:noFill/>
            <a:ln cap="flat" cmpd="sng" w="57150">
              <a:solidFill>
                <a:schemeClr val="accent5"/>
              </a:solidFill>
              <a:prstDash val="solid"/>
              <a:miter lim="800000"/>
              <a:headEnd len="sm" w="sm" type="none"/>
              <a:tailEnd len="sm" w="sm" type="none"/>
            </a:ln>
          </p:spPr>
        </p:cxnSp>
      </p:grpSp>
      <p:sp>
        <p:nvSpPr>
          <p:cNvPr id="145" name="Google Shape;145;p22"/>
          <p:cNvSpPr txBox="1"/>
          <p:nvPr>
            <p:ph idx="11" type="ftr"/>
          </p:nvPr>
        </p:nvSpPr>
        <p:spPr>
          <a:xfrm>
            <a:off x="308610" y="226314"/>
            <a:ext cx="1371600" cy="20574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6" name="Google Shape;146;p22"/>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47" name="Google Shape;147;p22"/>
          <p:cNvSpPr txBox="1"/>
          <p:nvPr>
            <p:ph type="title"/>
          </p:nvPr>
        </p:nvSpPr>
        <p:spPr>
          <a:xfrm>
            <a:off x="4663440" y="1885950"/>
            <a:ext cx="3634740" cy="1262062"/>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Clr>
                <a:schemeClr val="dk2"/>
              </a:buClr>
              <a:buSzPts val="3800"/>
              <a:buFont typeface="Arial"/>
              <a:buNone/>
              <a:defRPr sz="3800">
                <a:solidFill>
                  <a:schemeClr val="dk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8" name="Google Shape;148;p22"/>
          <p:cNvSpPr txBox="1"/>
          <p:nvPr>
            <p:ph idx="1" type="body"/>
          </p:nvPr>
        </p:nvSpPr>
        <p:spPr>
          <a:xfrm>
            <a:off x="473202" y="939546"/>
            <a:ext cx="3621024" cy="367904"/>
          </a:xfrm>
          <a:prstGeom prst="rect">
            <a:avLst/>
          </a:prstGeom>
          <a:noFill/>
          <a:ln>
            <a:noFill/>
          </a:ln>
        </p:spPr>
        <p:txBody>
          <a:bodyPr anchorCtr="0" anchor="t" bIns="34275" lIns="68575" spcFirstLastPara="1" rIns="68575" wrap="square" tIns="34275">
            <a:noAutofit/>
          </a:bodyPr>
          <a:lstStyle>
            <a:lvl1pPr indent="-228600" lvl="0" marL="457200" algn="l">
              <a:lnSpc>
                <a:spcPct val="150000"/>
              </a:lnSpc>
              <a:spcBef>
                <a:spcPts val="0"/>
              </a:spcBef>
              <a:spcAft>
                <a:spcPts val="0"/>
              </a:spcAft>
              <a:buClr>
                <a:schemeClr val="dk2"/>
              </a:buClr>
              <a:buSzPts val="1700"/>
              <a:buNone/>
              <a:defRPr b="1" sz="1700">
                <a:solidFill>
                  <a:schemeClr val="dk2"/>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49" name="Google Shape;149;p22"/>
          <p:cNvSpPr txBox="1"/>
          <p:nvPr>
            <p:ph idx="2" type="body"/>
          </p:nvPr>
        </p:nvSpPr>
        <p:spPr>
          <a:xfrm>
            <a:off x="473202" y="2688336"/>
            <a:ext cx="3621024" cy="367904"/>
          </a:xfrm>
          <a:prstGeom prst="rect">
            <a:avLst/>
          </a:prstGeom>
          <a:noFill/>
          <a:ln>
            <a:noFill/>
          </a:ln>
        </p:spPr>
        <p:txBody>
          <a:bodyPr anchorCtr="0" anchor="t" bIns="34275" lIns="68575" spcFirstLastPara="1" rIns="68575" wrap="square" tIns="34275">
            <a:noAutofit/>
          </a:bodyPr>
          <a:lstStyle>
            <a:lvl1pPr indent="-228600" lvl="0" marL="457200" algn="l">
              <a:lnSpc>
                <a:spcPct val="150000"/>
              </a:lnSpc>
              <a:spcBef>
                <a:spcPts val="0"/>
              </a:spcBef>
              <a:spcAft>
                <a:spcPts val="0"/>
              </a:spcAft>
              <a:buClr>
                <a:schemeClr val="dk2"/>
              </a:buClr>
              <a:buSzPts val="1700"/>
              <a:buNone/>
              <a:defRPr b="1" sz="1700">
                <a:solidFill>
                  <a:schemeClr val="dk2"/>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0" name="Google Shape;150;p22"/>
          <p:cNvSpPr txBox="1"/>
          <p:nvPr>
            <p:ph idx="3" type="body"/>
          </p:nvPr>
        </p:nvSpPr>
        <p:spPr>
          <a:xfrm>
            <a:off x="274320" y="1344168"/>
            <a:ext cx="3566160" cy="1262063"/>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dk2"/>
              </a:buClr>
              <a:buSzPts val="1200"/>
              <a:buChar char="•"/>
              <a:defRPr sz="1200">
                <a:solidFill>
                  <a:schemeClr val="dk2"/>
                </a:solidFill>
              </a:defRPr>
            </a:lvl1pPr>
            <a:lvl2pPr indent="-304800" lvl="1" marL="914400" algn="l">
              <a:lnSpc>
                <a:spcPct val="150000"/>
              </a:lnSpc>
              <a:spcBef>
                <a:spcPts val="0"/>
              </a:spcBef>
              <a:spcAft>
                <a:spcPts val="0"/>
              </a:spcAft>
              <a:buClr>
                <a:schemeClr val="dk2"/>
              </a:buClr>
              <a:buSzPts val="1200"/>
              <a:buChar char="•"/>
              <a:defRPr sz="1200">
                <a:solidFill>
                  <a:schemeClr val="dk2"/>
                </a:solidFill>
              </a:defRPr>
            </a:lvl2pPr>
            <a:lvl3pPr indent="-304800" lvl="2" marL="1371600" algn="l">
              <a:lnSpc>
                <a:spcPct val="150000"/>
              </a:lnSpc>
              <a:spcBef>
                <a:spcPts val="0"/>
              </a:spcBef>
              <a:spcAft>
                <a:spcPts val="0"/>
              </a:spcAft>
              <a:buClr>
                <a:schemeClr val="dk2"/>
              </a:buClr>
              <a:buSzPts val="1200"/>
              <a:buChar char="•"/>
              <a:defRPr sz="1200">
                <a:solidFill>
                  <a:schemeClr val="dk2"/>
                </a:solidFill>
              </a:defRPr>
            </a:lvl3pPr>
            <a:lvl4pPr indent="-304800" lvl="3" marL="1828800" algn="l">
              <a:lnSpc>
                <a:spcPct val="150000"/>
              </a:lnSpc>
              <a:spcBef>
                <a:spcPts val="0"/>
              </a:spcBef>
              <a:spcAft>
                <a:spcPts val="0"/>
              </a:spcAft>
              <a:buClr>
                <a:schemeClr val="dk2"/>
              </a:buClr>
              <a:buSzPts val="1200"/>
              <a:buChar char="•"/>
              <a:defRPr sz="1200">
                <a:solidFill>
                  <a:schemeClr val="dk2"/>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1" name="Google Shape;151;p22"/>
          <p:cNvSpPr txBox="1"/>
          <p:nvPr>
            <p:ph idx="4" type="body"/>
          </p:nvPr>
        </p:nvSpPr>
        <p:spPr>
          <a:xfrm>
            <a:off x="274320" y="3092958"/>
            <a:ext cx="3566160" cy="706373"/>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dk2"/>
              </a:buClr>
              <a:buSzPts val="1200"/>
              <a:buChar char="•"/>
              <a:defRPr sz="1200">
                <a:solidFill>
                  <a:schemeClr val="dk2"/>
                </a:solidFill>
              </a:defRPr>
            </a:lvl1pPr>
            <a:lvl2pPr indent="-304800" lvl="1" marL="914400" algn="l">
              <a:lnSpc>
                <a:spcPct val="150000"/>
              </a:lnSpc>
              <a:spcBef>
                <a:spcPts val="0"/>
              </a:spcBef>
              <a:spcAft>
                <a:spcPts val="0"/>
              </a:spcAft>
              <a:buClr>
                <a:schemeClr val="dk2"/>
              </a:buClr>
              <a:buSzPts val="1200"/>
              <a:buChar char="•"/>
              <a:defRPr sz="1200">
                <a:solidFill>
                  <a:schemeClr val="dk2"/>
                </a:solidFill>
              </a:defRPr>
            </a:lvl2pPr>
            <a:lvl3pPr indent="-304800" lvl="2" marL="1371600" algn="l">
              <a:lnSpc>
                <a:spcPct val="150000"/>
              </a:lnSpc>
              <a:spcBef>
                <a:spcPts val="0"/>
              </a:spcBef>
              <a:spcAft>
                <a:spcPts val="0"/>
              </a:spcAft>
              <a:buClr>
                <a:schemeClr val="dk2"/>
              </a:buClr>
              <a:buSzPts val="1200"/>
              <a:buChar char="•"/>
              <a:defRPr sz="1200">
                <a:solidFill>
                  <a:schemeClr val="dk2"/>
                </a:solidFill>
              </a:defRPr>
            </a:lvl3pPr>
            <a:lvl4pPr indent="-304800" lvl="3" marL="1828800" algn="l">
              <a:lnSpc>
                <a:spcPct val="150000"/>
              </a:lnSpc>
              <a:spcBef>
                <a:spcPts val="0"/>
              </a:spcBef>
              <a:spcAft>
                <a:spcPts val="0"/>
              </a:spcAft>
              <a:buClr>
                <a:schemeClr val="dk2"/>
              </a:buClr>
              <a:buSzPts val="1200"/>
              <a:buChar char="•"/>
              <a:defRPr sz="1200">
                <a:solidFill>
                  <a:schemeClr val="dk2"/>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2" name="Google Shape;152;p22"/>
          <p:cNvSpPr txBox="1"/>
          <p:nvPr>
            <p:ph idx="5" type="body"/>
          </p:nvPr>
        </p:nvSpPr>
        <p:spPr>
          <a:xfrm>
            <a:off x="473202" y="3799332"/>
            <a:ext cx="3621024" cy="367904"/>
          </a:xfrm>
          <a:prstGeom prst="rect">
            <a:avLst/>
          </a:prstGeom>
          <a:noFill/>
          <a:ln>
            <a:noFill/>
          </a:ln>
        </p:spPr>
        <p:txBody>
          <a:bodyPr anchorCtr="0" anchor="t" bIns="34275" lIns="68575" spcFirstLastPara="1" rIns="68575" wrap="square" tIns="34275">
            <a:noAutofit/>
          </a:bodyPr>
          <a:lstStyle>
            <a:lvl1pPr indent="-228600" lvl="0" marL="457200" algn="l">
              <a:lnSpc>
                <a:spcPct val="150000"/>
              </a:lnSpc>
              <a:spcBef>
                <a:spcPts val="0"/>
              </a:spcBef>
              <a:spcAft>
                <a:spcPts val="0"/>
              </a:spcAft>
              <a:buClr>
                <a:schemeClr val="dk2"/>
              </a:buClr>
              <a:buSzPts val="1700"/>
              <a:buNone/>
              <a:defRPr b="1" sz="1700">
                <a:solidFill>
                  <a:schemeClr val="dk2"/>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53" name="Google Shape;153;p22"/>
          <p:cNvSpPr txBox="1"/>
          <p:nvPr>
            <p:ph idx="6" type="body"/>
          </p:nvPr>
        </p:nvSpPr>
        <p:spPr>
          <a:xfrm>
            <a:off x="274320" y="4203954"/>
            <a:ext cx="3566160" cy="857440"/>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dk2"/>
              </a:buClr>
              <a:buSzPts val="1200"/>
              <a:buChar char="•"/>
              <a:defRPr sz="1200">
                <a:solidFill>
                  <a:schemeClr val="dk2"/>
                </a:solidFill>
              </a:defRPr>
            </a:lvl1pPr>
            <a:lvl2pPr indent="-304800" lvl="1" marL="914400" algn="l">
              <a:lnSpc>
                <a:spcPct val="150000"/>
              </a:lnSpc>
              <a:spcBef>
                <a:spcPts val="0"/>
              </a:spcBef>
              <a:spcAft>
                <a:spcPts val="0"/>
              </a:spcAft>
              <a:buClr>
                <a:schemeClr val="dk2"/>
              </a:buClr>
              <a:buSzPts val="1200"/>
              <a:buChar char="•"/>
              <a:defRPr sz="1200">
                <a:solidFill>
                  <a:schemeClr val="dk2"/>
                </a:solidFill>
              </a:defRPr>
            </a:lvl2pPr>
            <a:lvl3pPr indent="-304800" lvl="2" marL="1371600" algn="l">
              <a:lnSpc>
                <a:spcPct val="150000"/>
              </a:lnSpc>
              <a:spcBef>
                <a:spcPts val="0"/>
              </a:spcBef>
              <a:spcAft>
                <a:spcPts val="0"/>
              </a:spcAft>
              <a:buClr>
                <a:schemeClr val="dk2"/>
              </a:buClr>
              <a:buSzPts val="1200"/>
              <a:buChar char="•"/>
              <a:defRPr sz="1200">
                <a:solidFill>
                  <a:schemeClr val="dk2"/>
                </a:solidFill>
              </a:defRPr>
            </a:lvl3pPr>
            <a:lvl4pPr indent="-304800" lvl="3" marL="1828800" algn="l">
              <a:lnSpc>
                <a:spcPct val="150000"/>
              </a:lnSpc>
              <a:spcBef>
                <a:spcPts val="0"/>
              </a:spcBef>
              <a:spcAft>
                <a:spcPts val="0"/>
              </a:spcAft>
              <a:buClr>
                <a:schemeClr val="dk2"/>
              </a:buClr>
              <a:buSzPts val="1200"/>
              <a:buChar char="•"/>
              <a:defRPr sz="1200">
                <a:solidFill>
                  <a:schemeClr val="dk2"/>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solidFill>
          <a:schemeClr val="accent6"/>
        </a:solidFill>
      </p:bgPr>
    </p:bg>
    <p:spTree>
      <p:nvGrpSpPr>
        <p:cNvPr id="154" name="Shape 154"/>
        <p:cNvGrpSpPr/>
        <p:nvPr/>
      </p:nvGrpSpPr>
      <p:grpSpPr>
        <a:xfrm>
          <a:off x="0" y="0"/>
          <a:ext cx="0" cy="0"/>
          <a:chOff x="0" y="0"/>
          <a:chExt cx="0" cy="0"/>
        </a:xfrm>
      </p:grpSpPr>
      <p:sp>
        <p:nvSpPr>
          <p:cNvPr id="155" name="Google Shape;155;p23"/>
          <p:cNvSpPr/>
          <p:nvPr/>
        </p:nvSpPr>
        <p:spPr>
          <a:xfrm>
            <a:off x="0" y="0"/>
            <a:ext cx="7515225" cy="5143500"/>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56" name="Google Shape;156;p23"/>
          <p:cNvSpPr txBox="1"/>
          <p:nvPr>
            <p:ph type="title"/>
          </p:nvPr>
        </p:nvSpPr>
        <p:spPr>
          <a:xfrm>
            <a:off x="1735074" y="1069848"/>
            <a:ext cx="5006340" cy="1277112"/>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chemeClr val="lt1"/>
              </a:buClr>
              <a:buSzPts val="5400"/>
              <a:buFont typeface="Arial"/>
              <a:buNone/>
              <a:defRPr sz="5400" cap="none">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grpSp>
        <p:nvGrpSpPr>
          <p:cNvPr id="157" name="Google Shape;157;p23"/>
          <p:cNvGrpSpPr/>
          <p:nvPr/>
        </p:nvGrpSpPr>
        <p:grpSpPr>
          <a:xfrm>
            <a:off x="2984650" y="4349452"/>
            <a:ext cx="6159350" cy="0"/>
            <a:chOff x="3733800" y="5537385"/>
            <a:chExt cx="8212467" cy="0"/>
          </a:xfrm>
        </p:grpSpPr>
        <p:cxnSp>
          <p:nvCxnSpPr>
            <p:cNvPr id="158" name="Google Shape;158;p23"/>
            <p:cNvCxnSpPr/>
            <p:nvPr/>
          </p:nvCxnSpPr>
          <p:spPr>
            <a:xfrm>
              <a:off x="3733800" y="5537385"/>
              <a:ext cx="6054153" cy="0"/>
            </a:xfrm>
            <a:prstGeom prst="straightConnector1">
              <a:avLst/>
            </a:prstGeom>
            <a:noFill/>
            <a:ln cap="flat" cmpd="sng" w="57150">
              <a:solidFill>
                <a:schemeClr val="lt1"/>
              </a:solidFill>
              <a:prstDash val="solid"/>
              <a:miter lim="800000"/>
              <a:headEnd len="sm" w="sm" type="none"/>
              <a:tailEnd len="sm" w="sm" type="none"/>
            </a:ln>
          </p:spPr>
        </p:cxnSp>
        <p:cxnSp>
          <p:nvCxnSpPr>
            <p:cNvPr id="159" name="Google Shape;159;p23"/>
            <p:cNvCxnSpPr/>
            <p:nvPr/>
          </p:nvCxnSpPr>
          <p:spPr>
            <a:xfrm>
              <a:off x="9774567" y="5537385"/>
              <a:ext cx="2171700" cy="0"/>
            </a:xfrm>
            <a:prstGeom prst="straightConnector1">
              <a:avLst/>
            </a:prstGeom>
            <a:noFill/>
            <a:ln cap="flat" cmpd="sng" w="57150">
              <a:solidFill>
                <a:schemeClr val="dk2"/>
              </a:solidFill>
              <a:prstDash val="solid"/>
              <a:miter lim="800000"/>
              <a:headEnd len="sm" w="sm" type="none"/>
              <a:tailEnd len="sm" w="sm" type="none"/>
            </a:ln>
          </p:spPr>
        </p:cxnSp>
      </p:grpSp>
      <p:sp>
        <p:nvSpPr>
          <p:cNvPr id="160" name="Google Shape;160;p23"/>
          <p:cNvSpPr txBox="1"/>
          <p:nvPr>
            <p:ph idx="1" type="body"/>
          </p:nvPr>
        </p:nvSpPr>
        <p:spPr>
          <a:xfrm>
            <a:off x="2907792" y="2537460"/>
            <a:ext cx="3566160" cy="1543050"/>
          </a:xfrm>
          <a:prstGeom prst="rect">
            <a:avLst/>
          </a:prstGeom>
          <a:noFill/>
          <a:ln>
            <a:noFill/>
          </a:ln>
        </p:spPr>
        <p:txBody>
          <a:bodyPr anchorCtr="0" anchor="t" bIns="34275" lIns="68575" spcFirstLastPara="1" rIns="68575" wrap="square" tIns="34275">
            <a:noAutofit/>
          </a:bodyPr>
          <a:lstStyle>
            <a:lvl1pPr indent="-228600" lvl="0" marL="457200" algn="l">
              <a:lnSpc>
                <a:spcPct val="150000"/>
              </a:lnSpc>
              <a:spcBef>
                <a:spcPts val="0"/>
              </a:spcBef>
              <a:spcAft>
                <a:spcPts val="0"/>
              </a:spcAft>
              <a:buClr>
                <a:schemeClr val="lt1"/>
              </a:buClr>
              <a:buSzPts val="1700"/>
              <a:buNone/>
              <a:defRPr b="1" sz="1700">
                <a:solidFill>
                  <a:schemeClr val="lt1"/>
                </a:solidFill>
              </a:defRPr>
            </a:lvl1pPr>
            <a:lvl2pPr indent="-228600" lvl="1" marL="914400" algn="l">
              <a:lnSpc>
                <a:spcPct val="150000"/>
              </a:lnSpc>
              <a:spcBef>
                <a:spcPts val="0"/>
              </a:spcBef>
              <a:spcAft>
                <a:spcPts val="0"/>
              </a:spcAft>
              <a:buClr>
                <a:schemeClr val="lt1"/>
              </a:buClr>
              <a:buSzPts val="1700"/>
              <a:buNone/>
              <a:defRPr sz="1700">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2"/>
        </a:solidFill>
      </p:bgPr>
    </p:bg>
    <p:spTree>
      <p:nvGrpSpPr>
        <p:cNvPr id="161" name="Shape 161"/>
        <p:cNvGrpSpPr/>
        <p:nvPr/>
      </p:nvGrpSpPr>
      <p:grpSpPr>
        <a:xfrm>
          <a:off x="0" y="0"/>
          <a:ext cx="0" cy="0"/>
          <a:chOff x="0" y="0"/>
          <a:chExt cx="0" cy="0"/>
        </a:xfrm>
      </p:grpSpPr>
      <p:sp>
        <p:nvSpPr>
          <p:cNvPr id="162" name="Google Shape;162;p24"/>
          <p:cNvSpPr txBox="1"/>
          <p:nvPr>
            <p:ph type="title"/>
          </p:nvPr>
        </p:nvSpPr>
        <p:spPr>
          <a:xfrm>
            <a:off x="3042744" y="1282304"/>
            <a:ext cx="5467844" cy="2139553"/>
          </a:xfrm>
          <a:prstGeom prst="rect">
            <a:avLst/>
          </a:prstGeom>
          <a:noFill/>
          <a:ln>
            <a:noFill/>
          </a:ln>
        </p:spPr>
        <p:txBody>
          <a:bodyPr anchorCtr="0" anchor="b" bIns="34275" lIns="68575" spcFirstLastPara="1" rIns="68575" wrap="square" tIns="34275">
            <a:noAutofit/>
          </a:bodyPr>
          <a:lstStyle>
            <a:lvl1pPr lvl="0" algn="l">
              <a:lnSpc>
                <a:spcPct val="80000"/>
              </a:lnSpc>
              <a:spcBef>
                <a:spcPts val="0"/>
              </a:spcBef>
              <a:spcAft>
                <a:spcPts val="0"/>
              </a:spcAft>
              <a:buClr>
                <a:schemeClr val="lt1"/>
              </a:buClr>
              <a:buSzPts val="4500"/>
              <a:buFont typeface="Arial"/>
              <a:buNone/>
              <a:defRPr sz="45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3" name="Google Shape;163;p24"/>
          <p:cNvSpPr txBox="1"/>
          <p:nvPr>
            <p:ph idx="1" type="body"/>
          </p:nvPr>
        </p:nvSpPr>
        <p:spPr>
          <a:xfrm>
            <a:off x="3042744" y="3442097"/>
            <a:ext cx="5467843" cy="112514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lt1"/>
              </a:buClr>
              <a:buSzPts val="1800"/>
              <a:buNone/>
              <a:defRPr sz="1800">
                <a:solidFill>
                  <a:schemeClr val="lt1"/>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grpSp>
        <p:nvGrpSpPr>
          <p:cNvPr id="164" name="Google Shape;164;p24"/>
          <p:cNvGrpSpPr/>
          <p:nvPr/>
        </p:nvGrpSpPr>
        <p:grpSpPr>
          <a:xfrm>
            <a:off x="2984650" y="4351310"/>
            <a:ext cx="6166277" cy="0"/>
            <a:chOff x="3733800" y="5539861"/>
            <a:chExt cx="8221703" cy="0"/>
          </a:xfrm>
        </p:grpSpPr>
        <p:cxnSp>
          <p:nvCxnSpPr>
            <p:cNvPr id="165" name="Google Shape;165;p24"/>
            <p:cNvCxnSpPr/>
            <p:nvPr/>
          </p:nvCxnSpPr>
          <p:spPr>
            <a:xfrm>
              <a:off x="3733800" y="5539861"/>
              <a:ext cx="6054153" cy="0"/>
            </a:xfrm>
            <a:prstGeom prst="straightConnector1">
              <a:avLst/>
            </a:prstGeom>
            <a:noFill/>
            <a:ln cap="flat" cmpd="sng" w="57150">
              <a:solidFill>
                <a:schemeClr val="lt1"/>
              </a:solidFill>
              <a:prstDash val="solid"/>
              <a:miter lim="800000"/>
              <a:headEnd len="sm" w="sm" type="none"/>
              <a:tailEnd len="sm" w="sm" type="none"/>
            </a:ln>
          </p:spPr>
        </p:cxnSp>
        <p:cxnSp>
          <p:nvCxnSpPr>
            <p:cNvPr id="166" name="Google Shape;166;p24"/>
            <p:cNvCxnSpPr/>
            <p:nvPr/>
          </p:nvCxnSpPr>
          <p:spPr>
            <a:xfrm>
              <a:off x="9783803" y="5539861"/>
              <a:ext cx="2171700" cy="0"/>
            </a:xfrm>
            <a:prstGeom prst="straightConnector1">
              <a:avLst/>
            </a:prstGeom>
            <a:noFill/>
            <a:ln cap="flat" cmpd="sng" w="57150">
              <a:solidFill>
                <a:schemeClr val="accent3"/>
              </a:solidFill>
              <a:prstDash val="solid"/>
              <a:miter lim="800000"/>
              <a:headEnd len="sm" w="sm" type="none"/>
              <a:tailEnd len="sm" w="sm" type="none"/>
            </a:ln>
          </p:spPr>
        </p:cxn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on the right">
  <p:cSld name="Two content on the right">
    <p:bg>
      <p:bgPr>
        <a:solidFill>
          <a:schemeClr val="lt2"/>
        </a:solidFill>
      </p:bgPr>
    </p:bg>
    <p:spTree>
      <p:nvGrpSpPr>
        <p:cNvPr id="167" name="Shape 167"/>
        <p:cNvGrpSpPr/>
        <p:nvPr/>
      </p:nvGrpSpPr>
      <p:grpSpPr>
        <a:xfrm>
          <a:off x="0" y="0"/>
          <a:ext cx="0" cy="0"/>
          <a:chOff x="0" y="0"/>
          <a:chExt cx="0" cy="0"/>
        </a:xfrm>
      </p:grpSpPr>
      <p:sp>
        <p:nvSpPr>
          <p:cNvPr id="168" name="Google Shape;168;p25"/>
          <p:cNvSpPr/>
          <p:nvPr/>
        </p:nvSpPr>
        <p:spPr>
          <a:xfrm>
            <a:off x="-9525" y="644"/>
            <a:ext cx="2295525" cy="5142856"/>
          </a:xfrm>
          <a:prstGeom prst="rect">
            <a:avLst/>
          </a:prstGeom>
          <a:solidFill>
            <a:schemeClr val="accent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9" name="Google Shape;169;p25"/>
          <p:cNvSpPr txBox="1"/>
          <p:nvPr>
            <p:ph idx="11" type="ftr"/>
          </p:nvPr>
        </p:nvSpPr>
        <p:spPr>
          <a:xfrm>
            <a:off x="308610" y="226314"/>
            <a:ext cx="1371600" cy="20574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0" name="Google Shape;170;p25"/>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71" name="Google Shape;171;p25"/>
          <p:cNvSpPr txBox="1"/>
          <p:nvPr>
            <p:ph type="title"/>
          </p:nvPr>
        </p:nvSpPr>
        <p:spPr>
          <a:xfrm>
            <a:off x="500634" y="1049274"/>
            <a:ext cx="3634740" cy="1262062"/>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chemeClr val="dk2"/>
              </a:buClr>
              <a:buSzPts val="3800"/>
              <a:buFont typeface="Arial"/>
              <a:buNone/>
              <a:defRPr sz="3800">
                <a:solidFill>
                  <a:schemeClr val="dk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2" name="Google Shape;172;p25"/>
          <p:cNvSpPr txBox="1"/>
          <p:nvPr>
            <p:ph idx="1" type="body"/>
          </p:nvPr>
        </p:nvSpPr>
        <p:spPr>
          <a:xfrm>
            <a:off x="4684014" y="939546"/>
            <a:ext cx="3621024" cy="367904"/>
          </a:xfrm>
          <a:prstGeom prst="rect">
            <a:avLst/>
          </a:prstGeom>
          <a:noFill/>
          <a:ln>
            <a:noFill/>
          </a:ln>
        </p:spPr>
        <p:txBody>
          <a:bodyPr anchorCtr="0" anchor="t" bIns="34275" lIns="68575" spcFirstLastPara="1" rIns="68575" wrap="square" tIns="34275">
            <a:noAutofit/>
          </a:bodyPr>
          <a:lstStyle>
            <a:lvl1pPr indent="-228600" lvl="0" marL="457200" algn="l">
              <a:lnSpc>
                <a:spcPct val="150000"/>
              </a:lnSpc>
              <a:spcBef>
                <a:spcPts val="0"/>
              </a:spcBef>
              <a:spcAft>
                <a:spcPts val="0"/>
              </a:spcAft>
              <a:buClr>
                <a:schemeClr val="dk2"/>
              </a:buClr>
              <a:buSzPts val="1700"/>
              <a:buNone/>
              <a:defRPr b="1" sz="1700">
                <a:solidFill>
                  <a:schemeClr val="dk2"/>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3" name="Google Shape;173;p25"/>
          <p:cNvSpPr txBox="1"/>
          <p:nvPr>
            <p:ph idx="2" type="body"/>
          </p:nvPr>
        </p:nvSpPr>
        <p:spPr>
          <a:xfrm>
            <a:off x="4684014" y="2626614"/>
            <a:ext cx="3621024" cy="367904"/>
          </a:xfrm>
          <a:prstGeom prst="rect">
            <a:avLst/>
          </a:prstGeom>
          <a:noFill/>
          <a:ln>
            <a:noFill/>
          </a:ln>
        </p:spPr>
        <p:txBody>
          <a:bodyPr anchorCtr="0" anchor="t" bIns="34275" lIns="68575" spcFirstLastPara="1" rIns="68575" wrap="square" tIns="34275">
            <a:noAutofit/>
          </a:bodyPr>
          <a:lstStyle>
            <a:lvl1pPr indent="-228600" lvl="0" marL="457200" algn="l">
              <a:lnSpc>
                <a:spcPct val="100000"/>
              </a:lnSpc>
              <a:spcBef>
                <a:spcPts val="0"/>
              </a:spcBef>
              <a:spcAft>
                <a:spcPts val="0"/>
              </a:spcAft>
              <a:buClr>
                <a:schemeClr val="dk2"/>
              </a:buClr>
              <a:buSzPts val="1700"/>
              <a:buNone/>
              <a:defRPr b="1" sz="1700">
                <a:solidFill>
                  <a:schemeClr val="dk2"/>
                </a:solidFill>
              </a:defRPr>
            </a:lvl1pPr>
            <a:lvl2pPr indent="-342900" lvl="1" marL="914400" algn="l">
              <a:lnSpc>
                <a:spcPct val="90000"/>
              </a:lnSpc>
              <a:spcBef>
                <a:spcPts val="400"/>
              </a:spcBef>
              <a:spcAft>
                <a:spcPts val="0"/>
              </a:spcAft>
              <a:buClr>
                <a:schemeClr val="lt1"/>
              </a:buClr>
              <a:buSzPts val="1800"/>
              <a:buChar char="•"/>
              <a:defRPr>
                <a:solidFill>
                  <a:schemeClr val="lt1"/>
                </a:solidFill>
              </a:defRPr>
            </a:lvl2pPr>
            <a:lvl3pPr indent="-323850" lvl="2" marL="1371600" algn="l">
              <a:lnSpc>
                <a:spcPct val="90000"/>
              </a:lnSpc>
              <a:spcBef>
                <a:spcPts val="400"/>
              </a:spcBef>
              <a:spcAft>
                <a:spcPts val="0"/>
              </a:spcAft>
              <a:buClr>
                <a:schemeClr val="lt1"/>
              </a:buClr>
              <a:buSzPts val="1500"/>
              <a:buChar char="•"/>
              <a:defRPr>
                <a:solidFill>
                  <a:schemeClr val="lt1"/>
                </a:solidFill>
              </a:defRPr>
            </a:lvl3pPr>
            <a:lvl4pPr indent="-317500" lvl="3" marL="1828800" algn="l">
              <a:lnSpc>
                <a:spcPct val="90000"/>
              </a:lnSpc>
              <a:spcBef>
                <a:spcPts val="400"/>
              </a:spcBef>
              <a:spcAft>
                <a:spcPts val="0"/>
              </a:spcAft>
              <a:buClr>
                <a:schemeClr val="lt1"/>
              </a:buClr>
              <a:buSzPts val="1400"/>
              <a:buChar char="•"/>
              <a:defRPr>
                <a:solidFill>
                  <a:schemeClr val="lt1"/>
                </a:solidFill>
              </a:defRPr>
            </a:lvl4pPr>
            <a:lvl5pPr indent="-304800" lvl="4" marL="2286000" algn="l">
              <a:lnSpc>
                <a:spcPct val="90000"/>
              </a:lnSpc>
              <a:spcBef>
                <a:spcPts val="400"/>
              </a:spcBef>
              <a:spcAft>
                <a:spcPts val="0"/>
              </a:spcAft>
              <a:buClr>
                <a:schemeClr val="lt1"/>
              </a:buClr>
              <a:buSzPts val="1200"/>
              <a:buChar char="•"/>
              <a:defRPr>
                <a:solidFill>
                  <a:schemeClr val="lt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4" name="Google Shape;174;p25"/>
          <p:cNvSpPr txBox="1"/>
          <p:nvPr>
            <p:ph idx="3" type="body"/>
          </p:nvPr>
        </p:nvSpPr>
        <p:spPr>
          <a:xfrm>
            <a:off x="4491990" y="1344168"/>
            <a:ext cx="3566160" cy="1262063"/>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dk2"/>
              </a:buClr>
              <a:buSzPts val="1200"/>
              <a:buChar char="•"/>
              <a:defRPr sz="1200">
                <a:solidFill>
                  <a:schemeClr val="dk2"/>
                </a:solidFill>
              </a:defRPr>
            </a:lvl1pPr>
            <a:lvl2pPr indent="-304800" lvl="1" marL="914400" algn="l">
              <a:lnSpc>
                <a:spcPct val="150000"/>
              </a:lnSpc>
              <a:spcBef>
                <a:spcPts val="0"/>
              </a:spcBef>
              <a:spcAft>
                <a:spcPts val="0"/>
              </a:spcAft>
              <a:buClr>
                <a:schemeClr val="dk2"/>
              </a:buClr>
              <a:buSzPts val="1200"/>
              <a:buChar char="•"/>
              <a:defRPr sz="1200">
                <a:solidFill>
                  <a:schemeClr val="dk2"/>
                </a:solidFill>
              </a:defRPr>
            </a:lvl2pPr>
            <a:lvl3pPr indent="-304800" lvl="2" marL="1371600" algn="l">
              <a:lnSpc>
                <a:spcPct val="150000"/>
              </a:lnSpc>
              <a:spcBef>
                <a:spcPts val="0"/>
              </a:spcBef>
              <a:spcAft>
                <a:spcPts val="0"/>
              </a:spcAft>
              <a:buClr>
                <a:schemeClr val="dk2"/>
              </a:buClr>
              <a:buSzPts val="1200"/>
              <a:buChar char="•"/>
              <a:defRPr sz="1200">
                <a:solidFill>
                  <a:schemeClr val="dk2"/>
                </a:solidFill>
              </a:defRPr>
            </a:lvl3pPr>
            <a:lvl4pPr indent="-304800" lvl="3" marL="1828800" algn="l">
              <a:lnSpc>
                <a:spcPct val="150000"/>
              </a:lnSpc>
              <a:spcBef>
                <a:spcPts val="0"/>
              </a:spcBef>
              <a:spcAft>
                <a:spcPts val="0"/>
              </a:spcAft>
              <a:buClr>
                <a:schemeClr val="dk2"/>
              </a:buClr>
              <a:buSzPts val="1200"/>
              <a:buChar char="•"/>
              <a:defRPr sz="1200">
                <a:solidFill>
                  <a:schemeClr val="dk2"/>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75" name="Google Shape;175;p25"/>
          <p:cNvSpPr txBox="1"/>
          <p:nvPr>
            <p:ph idx="4" type="body"/>
          </p:nvPr>
        </p:nvSpPr>
        <p:spPr>
          <a:xfrm>
            <a:off x="4491990" y="2955798"/>
            <a:ext cx="3566160" cy="1262062"/>
          </a:xfrm>
          <a:prstGeom prst="rect">
            <a:avLst/>
          </a:prstGeom>
          <a:noFill/>
          <a:ln>
            <a:noFill/>
          </a:ln>
        </p:spPr>
        <p:txBody>
          <a:bodyPr anchorCtr="0" anchor="t" bIns="34275" lIns="68575" spcFirstLastPara="1" rIns="68575" wrap="square" tIns="34275">
            <a:noAutofit/>
          </a:bodyPr>
          <a:lstStyle>
            <a:lvl1pPr indent="-304800" lvl="0" marL="457200" algn="l">
              <a:lnSpc>
                <a:spcPct val="150000"/>
              </a:lnSpc>
              <a:spcBef>
                <a:spcPts val="0"/>
              </a:spcBef>
              <a:spcAft>
                <a:spcPts val="0"/>
              </a:spcAft>
              <a:buClr>
                <a:schemeClr val="dk2"/>
              </a:buClr>
              <a:buSzPts val="1200"/>
              <a:buChar char="•"/>
              <a:defRPr sz="1200">
                <a:solidFill>
                  <a:schemeClr val="dk2"/>
                </a:solidFill>
              </a:defRPr>
            </a:lvl1pPr>
            <a:lvl2pPr indent="-304800" lvl="1" marL="914400" algn="l">
              <a:lnSpc>
                <a:spcPct val="150000"/>
              </a:lnSpc>
              <a:spcBef>
                <a:spcPts val="0"/>
              </a:spcBef>
              <a:spcAft>
                <a:spcPts val="0"/>
              </a:spcAft>
              <a:buClr>
                <a:schemeClr val="dk2"/>
              </a:buClr>
              <a:buSzPts val="1200"/>
              <a:buChar char="•"/>
              <a:defRPr sz="1200">
                <a:solidFill>
                  <a:schemeClr val="dk2"/>
                </a:solidFill>
              </a:defRPr>
            </a:lvl2pPr>
            <a:lvl3pPr indent="-304800" lvl="2" marL="1371600" algn="l">
              <a:lnSpc>
                <a:spcPct val="150000"/>
              </a:lnSpc>
              <a:spcBef>
                <a:spcPts val="0"/>
              </a:spcBef>
              <a:spcAft>
                <a:spcPts val="0"/>
              </a:spcAft>
              <a:buClr>
                <a:schemeClr val="dk2"/>
              </a:buClr>
              <a:buSzPts val="1200"/>
              <a:buChar char="•"/>
              <a:defRPr sz="1200">
                <a:solidFill>
                  <a:schemeClr val="dk2"/>
                </a:solidFill>
              </a:defRPr>
            </a:lvl3pPr>
            <a:lvl4pPr indent="-304800" lvl="3" marL="1828800" algn="l">
              <a:lnSpc>
                <a:spcPct val="150000"/>
              </a:lnSpc>
              <a:spcBef>
                <a:spcPts val="0"/>
              </a:spcBef>
              <a:spcAft>
                <a:spcPts val="0"/>
              </a:spcAft>
              <a:buClr>
                <a:schemeClr val="dk2"/>
              </a:buClr>
              <a:buSzPts val="1200"/>
              <a:buChar char="•"/>
              <a:defRPr sz="1200">
                <a:solidFill>
                  <a:schemeClr val="dk2"/>
                </a:solidFill>
              </a:defRPr>
            </a:lvl4pPr>
            <a:lvl5pPr indent="-304800" lvl="4" marL="2286000" algn="l">
              <a:lnSpc>
                <a:spcPct val="150000"/>
              </a:lnSpc>
              <a:spcBef>
                <a:spcPts val="0"/>
              </a:spcBef>
              <a:spcAft>
                <a:spcPts val="0"/>
              </a:spcAft>
              <a:buClr>
                <a:schemeClr val="dk2"/>
              </a:buClr>
              <a:buSzPts val="1200"/>
              <a:buChar char="•"/>
              <a:defRPr sz="1200">
                <a:solidFill>
                  <a:schemeClr val="dk2"/>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grpSp>
        <p:nvGrpSpPr>
          <p:cNvPr id="176" name="Google Shape;176;p25"/>
          <p:cNvGrpSpPr/>
          <p:nvPr/>
        </p:nvGrpSpPr>
        <p:grpSpPr>
          <a:xfrm>
            <a:off x="-8912" y="2283755"/>
            <a:ext cx="3209311" cy="273"/>
            <a:chOff x="5475479" y="5537794"/>
            <a:chExt cx="4279082" cy="364"/>
          </a:xfrm>
        </p:grpSpPr>
        <p:cxnSp>
          <p:nvCxnSpPr>
            <p:cNvPr id="177" name="Google Shape;177;p25"/>
            <p:cNvCxnSpPr/>
            <p:nvPr/>
          </p:nvCxnSpPr>
          <p:spPr>
            <a:xfrm>
              <a:off x="5475479" y="5537976"/>
              <a:ext cx="3060700" cy="0"/>
            </a:xfrm>
            <a:prstGeom prst="straightConnector1">
              <a:avLst/>
            </a:prstGeom>
            <a:noFill/>
            <a:ln cap="flat" cmpd="sng" w="57150">
              <a:solidFill>
                <a:schemeClr val="accent5"/>
              </a:solidFill>
              <a:prstDash val="solid"/>
              <a:miter lim="800000"/>
              <a:headEnd len="sm" w="sm" type="none"/>
              <a:tailEnd len="sm" w="sm" type="none"/>
            </a:ln>
          </p:spPr>
        </p:cxnSp>
        <p:cxnSp>
          <p:nvCxnSpPr>
            <p:cNvPr id="178" name="Google Shape;178;p25"/>
            <p:cNvCxnSpPr/>
            <p:nvPr/>
          </p:nvCxnSpPr>
          <p:spPr>
            <a:xfrm flipH="1" rot="10800000">
              <a:off x="8537690" y="5537794"/>
              <a:ext cx="1216871" cy="364"/>
            </a:xfrm>
            <a:prstGeom prst="straightConnector1">
              <a:avLst/>
            </a:prstGeom>
            <a:noFill/>
            <a:ln cap="flat" cmpd="sng" w="57150">
              <a:solidFill>
                <a:schemeClr val="dk2"/>
              </a:solidFill>
              <a:prstDash val="solid"/>
              <a:miter lim="800000"/>
              <a:headEnd len="sm" w="sm" type="none"/>
              <a:tailEnd len="sm" w="sm" type="none"/>
            </a:ln>
          </p:spPr>
        </p:cxnSp>
      </p:gr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79" name="Shape 179"/>
        <p:cNvGrpSpPr/>
        <p:nvPr/>
      </p:nvGrpSpPr>
      <p:grpSpPr>
        <a:xfrm>
          <a:off x="0" y="0"/>
          <a:ext cx="0" cy="0"/>
          <a:chOff x="0" y="0"/>
          <a:chExt cx="0" cy="0"/>
        </a:xfrm>
      </p:grpSpPr>
      <p:sp>
        <p:nvSpPr>
          <p:cNvPr id="180" name="Google Shape;180;p2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1" name="Google Shape;181;p26"/>
          <p:cNvSpPr txBox="1"/>
          <p:nvPr>
            <p:ph idx="11" type="ftr"/>
          </p:nvPr>
        </p:nvSpPr>
        <p:spPr>
          <a:xfrm>
            <a:off x="308610" y="226314"/>
            <a:ext cx="1371600" cy="20574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2" name="Google Shape;182;p26"/>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83" name="Google Shape;183;p26"/>
          <p:cNvSpPr txBox="1"/>
          <p:nvPr>
            <p:ph type="title"/>
          </p:nvPr>
        </p:nvSpPr>
        <p:spPr>
          <a:xfrm>
            <a:off x="628650" y="836525"/>
            <a:ext cx="7886700" cy="431491"/>
          </a:xfrm>
          <a:prstGeom prst="rect">
            <a:avLst/>
          </a:prstGeom>
          <a:noFill/>
          <a:ln>
            <a:noFill/>
          </a:ln>
        </p:spPr>
        <p:txBody>
          <a:bodyPr anchorCtr="0" anchor="t" bIns="34275" lIns="68575" spcFirstLastPara="1" rIns="68575" wrap="square" tIns="34275">
            <a:noAutofit/>
          </a:bodyPr>
          <a:lstStyle>
            <a:lvl1pPr lvl="0" algn="l">
              <a:lnSpc>
                <a:spcPct val="80000"/>
              </a:lnSpc>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4" name="Shape 184"/>
        <p:cNvGrpSpPr/>
        <p:nvPr/>
      </p:nvGrpSpPr>
      <p:grpSpPr>
        <a:xfrm>
          <a:off x="0" y="0"/>
          <a:ext cx="0" cy="0"/>
          <a:chOff x="0" y="0"/>
          <a:chExt cx="0" cy="0"/>
        </a:xfrm>
      </p:grpSpPr>
      <p:sp>
        <p:nvSpPr>
          <p:cNvPr id="185" name="Google Shape;185;p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6" name="Google Shape;186;p27"/>
          <p:cNvSpPr txBox="1"/>
          <p:nvPr>
            <p:ph idx="11" type="ftr"/>
          </p:nvPr>
        </p:nvSpPr>
        <p:spPr>
          <a:xfrm>
            <a:off x="308610" y="226314"/>
            <a:ext cx="1371600" cy="20574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7" name="Google Shape;187;p27"/>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8" name="Shape 188"/>
        <p:cNvGrpSpPr/>
        <p:nvPr/>
      </p:nvGrpSpPr>
      <p:grpSpPr>
        <a:xfrm>
          <a:off x="0" y="0"/>
          <a:ext cx="0" cy="0"/>
          <a:chOff x="0" y="0"/>
          <a:chExt cx="0" cy="0"/>
        </a:xfrm>
      </p:grpSpPr>
      <p:sp>
        <p:nvSpPr>
          <p:cNvPr id="189" name="Google Shape;189;p28"/>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Autofit/>
          </a:bodyPr>
          <a:lstStyle>
            <a:lvl1pPr lvl="0" algn="l">
              <a:lnSpc>
                <a:spcPct val="80000"/>
              </a:lnSpc>
              <a:spcBef>
                <a:spcPts val="0"/>
              </a:spcBef>
              <a:spcAft>
                <a:spcPts val="0"/>
              </a:spcAft>
              <a:buClr>
                <a:schemeClr val="dk2"/>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0" name="Google Shape;190;p28"/>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Autofit/>
          </a:bodyPr>
          <a:lstStyle>
            <a:lvl1pPr indent="-381000" lvl="0" marL="457200" algn="l">
              <a:lnSpc>
                <a:spcPct val="90000"/>
              </a:lnSpc>
              <a:spcBef>
                <a:spcPts val="800"/>
              </a:spcBef>
              <a:spcAft>
                <a:spcPts val="0"/>
              </a:spcAft>
              <a:buClr>
                <a:schemeClr val="dk2"/>
              </a:buClr>
              <a:buSzPts val="2400"/>
              <a:buChar char="•"/>
              <a:defRPr sz="2400"/>
            </a:lvl1pPr>
            <a:lvl2pPr indent="-361950" lvl="1" marL="914400" algn="l">
              <a:lnSpc>
                <a:spcPct val="90000"/>
              </a:lnSpc>
              <a:spcBef>
                <a:spcPts val="400"/>
              </a:spcBef>
              <a:spcAft>
                <a:spcPts val="0"/>
              </a:spcAft>
              <a:buClr>
                <a:schemeClr val="dk2"/>
              </a:buClr>
              <a:buSzPts val="2100"/>
              <a:buChar char="•"/>
              <a:defRPr sz="2100"/>
            </a:lvl2pPr>
            <a:lvl3pPr indent="-342900" lvl="2" marL="1371600" algn="l">
              <a:lnSpc>
                <a:spcPct val="90000"/>
              </a:lnSpc>
              <a:spcBef>
                <a:spcPts val="400"/>
              </a:spcBef>
              <a:spcAft>
                <a:spcPts val="0"/>
              </a:spcAft>
              <a:buClr>
                <a:schemeClr val="dk2"/>
              </a:buClr>
              <a:buSzPts val="1800"/>
              <a:buChar char="•"/>
              <a:defRPr sz="1800"/>
            </a:lvl3pPr>
            <a:lvl4pPr indent="-323850" lvl="3" marL="1828800" algn="l">
              <a:lnSpc>
                <a:spcPct val="90000"/>
              </a:lnSpc>
              <a:spcBef>
                <a:spcPts val="400"/>
              </a:spcBef>
              <a:spcAft>
                <a:spcPts val="0"/>
              </a:spcAft>
              <a:buClr>
                <a:schemeClr val="dk2"/>
              </a:buClr>
              <a:buSzPts val="1500"/>
              <a:buChar char="•"/>
              <a:defRPr sz="1500"/>
            </a:lvl4pPr>
            <a:lvl5pPr indent="-323850" lvl="4" marL="2286000" algn="l">
              <a:lnSpc>
                <a:spcPct val="90000"/>
              </a:lnSpc>
              <a:spcBef>
                <a:spcPts val="400"/>
              </a:spcBef>
              <a:spcAft>
                <a:spcPts val="0"/>
              </a:spcAft>
              <a:buClr>
                <a:schemeClr val="dk2"/>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91" name="Google Shape;191;p28"/>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200"/>
              <a:buNone/>
              <a:defRPr sz="1200"/>
            </a:lvl1pPr>
            <a:lvl2pPr indent="-228600" lvl="1" marL="914400" algn="l">
              <a:lnSpc>
                <a:spcPct val="90000"/>
              </a:lnSpc>
              <a:spcBef>
                <a:spcPts val="400"/>
              </a:spcBef>
              <a:spcAft>
                <a:spcPts val="0"/>
              </a:spcAft>
              <a:buClr>
                <a:schemeClr val="dk2"/>
              </a:buClr>
              <a:buSzPts val="1100"/>
              <a:buNone/>
              <a:defRPr sz="1100"/>
            </a:lvl2pPr>
            <a:lvl3pPr indent="-228600" lvl="2" marL="1371600" algn="l">
              <a:lnSpc>
                <a:spcPct val="90000"/>
              </a:lnSpc>
              <a:spcBef>
                <a:spcPts val="400"/>
              </a:spcBef>
              <a:spcAft>
                <a:spcPts val="0"/>
              </a:spcAft>
              <a:buClr>
                <a:schemeClr val="dk2"/>
              </a:buClr>
              <a:buSzPts val="900"/>
              <a:buNone/>
              <a:defRPr sz="900"/>
            </a:lvl3pPr>
            <a:lvl4pPr indent="-228600" lvl="3" marL="1828800" algn="l">
              <a:lnSpc>
                <a:spcPct val="90000"/>
              </a:lnSpc>
              <a:spcBef>
                <a:spcPts val="400"/>
              </a:spcBef>
              <a:spcAft>
                <a:spcPts val="0"/>
              </a:spcAft>
              <a:buClr>
                <a:schemeClr val="dk2"/>
              </a:buClr>
              <a:buSzPts val="800"/>
              <a:buNone/>
              <a:defRPr sz="800"/>
            </a:lvl4pPr>
            <a:lvl5pPr indent="-228600" lvl="4" marL="2286000" algn="l">
              <a:lnSpc>
                <a:spcPct val="90000"/>
              </a:lnSpc>
              <a:spcBef>
                <a:spcPts val="400"/>
              </a:spcBef>
              <a:spcAft>
                <a:spcPts val="0"/>
              </a:spcAft>
              <a:buClr>
                <a:schemeClr val="dk2"/>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92" name="Google Shape;192;p2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3" name="Google Shape;193;p28"/>
          <p:cNvSpPr txBox="1"/>
          <p:nvPr>
            <p:ph idx="11" type="ftr"/>
          </p:nvPr>
        </p:nvSpPr>
        <p:spPr>
          <a:xfrm>
            <a:off x="308610" y="226314"/>
            <a:ext cx="1371600" cy="20574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4" name="Google Shape;194;p28"/>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95" name="Shape 195"/>
        <p:cNvGrpSpPr/>
        <p:nvPr/>
      </p:nvGrpSpPr>
      <p:grpSpPr>
        <a:xfrm>
          <a:off x="0" y="0"/>
          <a:ext cx="0" cy="0"/>
          <a:chOff x="0" y="0"/>
          <a:chExt cx="0" cy="0"/>
        </a:xfrm>
      </p:grpSpPr>
      <p:sp>
        <p:nvSpPr>
          <p:cNvPr id="196" name="Google Shape;196;p29"/>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Autofit/>
          </a:bodyPr>
          <a:lstStyle>
            <a:lvl1pPr lvl="0" algn="l">
              <a:lnSpc>
                <a:spcPct val="80000"/>
              </a:lnSpc>
              <a:spcBef>
                <a:spcPts val="0"/>
              </a:spcBef>
              <a:spcAft>
                <a:spcPts val="0"/>
              </a:spcAft>
              <a:buClr>
                <a:schemeClr val="dk2"/>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7" name="Google Shape;197;p29"/>
          <p:cNvSpPr/>
          <p:nvPr>
            <p:ph idx="2" type="pic"/>
          </p:nvPr>
        </p:nvSpPr>
        <p:spPr>
          <a:xfrm>
            <a:off x="3887391" y="740569"/>
            <a:ext cx="4629150" cy="3655219"/>
          </a:xfrm>
          <a:prstGeom prst="rect">
            <a:avLst/>
          </a:prstGeom>
          <a:noFill/>
          <a:ln>
            <a:noFill/>
          </a:ln>
        </p:spPr>
      </p:sp>
      <p:sp>
        <p:nvSpPr>
          <p:cNvPr id="198" name="Google Shape;198;p29"/>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2"/>
              </a:buClr>
              <a:buSzPts val="1200"/>
              <a:buNone/>
              <a:defRPr sz="1200"/>
            </a:lvl1pPr>
            <a:lvl2pPr indent="-228600" lvl="1" marL="914400" algn="l">
              <a:lnSpc>
                <a:spcPct val="90000"/>
              </a:lnSpc>
              <a:spcBef>
                <a:spcPts val="400"/>
              </a:spcBef>
              <a:spcAft>
                <a:spcPts val="0"/>
              </a:spcAft>
              <a:buClr>
                <a:schemeClr val="dk2"/>
              </a:buClr>
              <a:buSzPts val="1100"/>
              <a:buNone/>
              <a:defRPr sz="1100"/>
            </a:lvl2pPr>
            <a:lvl3pPr indent="-228600" lvl="2" marL="1371600" algn="l">
              <a:lnSpc>
                <a:spcPct val="90000"/>
              </a:lnSpc>
              <a:spcBef>
                <a:spcPts val="400"/>
              </a:spcBef>
              <a:spcAft>
                <a:spcPts val="0"/>
              </a:spcAft>
              <a:buClr>
                <a:schemeClr val="dk2"/>
              </a:buClr>
              <a:buSzPts val="900"/>
              <a:buNone/>
              <a:defRPr sz="900"/>
            </a:lvl3pPr>
            <a:lvl4pPr indent="-228600" lvl="3" marL="1828800" algn="l">
              <a:lnSpc>
                <a:spcPct val="90000"/>
              </a:lnSpc>
              <a:spcBef>
                <a:spcPts val="400"/>
              </a:spcBef>
              <a:spcAft>
                <a:spcPts val="0"/>
              </a:spcAft>
              <a:buClr>
                <a:schemeClr val="dk2"/>
              </a:buClr>
              <a:buSzPts val="800"/>
              <a:buNone/>
              <a:defRPr sz="800"/>
            </a:lvl4pPr>
            <a:lvl5pPr indent="-228600" lvl="4" marL="2286000" algn="l">
              <a:lnSpc>
                <a:spcPct val="90000"/>
              </a:lnSpc>
              <a:spcBef>
                <a:spcPts val="400"/>
              </a:spcBef>
              <a:spcAft>
                <a:spcPts val="0"/>
              </a:spcAft>
              <a:buClr>
                <a:schemeClr val="dk2"/>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99" name="Google Shape;199;p2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0" name="Google Shape;200;p29"/>
          <p:cNvSpPr txBox="1"/>
          <p:nvPr>
            <p:ph idx="11" type="ftr"/>
          </p:nvPr>
        </p:nvSpPr>
        <p:spPr>
          <a:xfrm>
            <a:off x="308610" y="226314"/>
            <a:ext cx="1371600" cy="20574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1" name="Google Shape;201;p29"/>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theme" Target="../theme/theme1.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836525"/>
            <a:ext cx="7886700" cy="431491"/>
          </a:xfrm>
          <a:prstGeom prst="rect">
            <a:avLst/>
          </a:prstGeom>
          <a:noFill/>
          <a:ln>
            <a:noFill/>
          </a:ln>
        </p:spPr>
        <p:txBody>
          <a:bodyPr anchorCtr="0" anchor="t" bIns="34275" lIns="68575" spcFirstLastPara="1" rIns="68575" wrap="square" tIns="34275">
            <a:noAutofit/>
          </a:bodyPr>
          <a:lstStyle>
            <a:lvl1pPr lvl="0" marR="0" rtl="0" algn="l">
              <a:lnSpc>
                <a:spcPct val="80000"/>
              </a:lnSpc>
              <a:spcBef>
                <a:spcPts val="0"/>
              </a:spcBef>
              <a:spcAft>
                <a:spcPts val="0"/>
              </a:spcAft>
              <a:buClr>
                <a:schemeClr val="dk2"/>
              </a:buClr>
              <a:buSzPts val="3300"/>
              <a:buFont typeface="Arial"/>
              <a:buNone/>
              <a:defRPr b="0" i="0" sz="3300" u="none" cap="none" strike="noStrike">
                <a:solidFill>
                  <a:schemeClr val="dk2"/>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chemeClr val="dk2"/>
              </a:buClr>
              <a:buSzPts val="2100"/>
              <a:buFont typeface="Arial"/>
              <a:buChar char="•"/>
              <a:defRPr b="0" i="0" sz="2100" u="none" cap="none" strike="noStrike">
                <a:solidFill>
                  <a:schemeClr val="dk2"/>
                </a:solidFill>
                <a:latin typeface="Arial"/>
                <a:ea typeface="Arial"/>
                <a:cs typeface="Arial"/>
                <a:sym typeface="Arial"/>
              </a:defRPr>
            </a:lvl1pPr>
            <a:lvl2pPr indent="-342900" lvl="1" marL="914400" marR="0" rtl="0" algn="l">
              <a:lnSpc>
                <a:spcPct val="90000"/>
              </a:lnSpc>
              <a:spcBef>
                <a:spcPts val="40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2pPr>
            <a:lvl3pPr indent="-323850" lvl="2" marL="1371600" marR="0" rtl="0" algn="l">
              <a:lnSpc>
                <a:spcPct val="90000"/>
              </a:lnSpc>
              <a:spcBef>
                <a:spcPts val="400"/>
              </a:spcBef>
              <a:spcAft>
                <a:spcPts val="0"/>
              </a:spcAft>
              <a:buClr>
                <a:schemeClr val="dk2"/>
              </a:buClr>
              <a:buSzPts val="1500"/>
              <a:buFont typeface="Arial"/>
              <a:buChar char="•"/>
              <a:defRPr b="0" i="0" sz="1500" u="none" cap="none" strike="noStrike">
                <a:solidFill>
                  <a:schemeClr val="dk2"/>
                </a:solidFill>
                <a:latin typeface="Arial"/>
                <a:ea typeface="Arial"/>
                <a:cs typeface="Arial"/>
                <a:sym typeface="Arial"/>
              </a:defRPr>
            </a:lvl3pPr>
            <a:lvl4pPr indent="-317500" lvl="3" marL="1828800" marR="0" rtl="0" algn="l">
              <a:lnSpc>
                <a:spcPct val="90000"/>
              </a:lnSpc>
              <a:spcBef>
                <a:spcPts val="4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04800" lvl="4" marL="2286000" marR="0" rtl="0" algn="l">
              <a:lnSpc>
                <a:spcPct val="90000"/>
              </a:lnSpc>
              <a:spcBef>
                <a:spcPts val="40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8610" y="226314"/>
            <a:ext cx="1371600" cy="20574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chemeClr val="dk2"/>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chemeClr val="dk2"/>
                </a:solidFill>
                <a:latin typeface="Arial"/>
                <a:ea typeface="Arial"/>
                <a:cs typeface="Arial"/>
                <a:sym typeface="Arial"/>
              </a:defRPr>
            </a:lvl1pPr>
            <a:lvl2pPr indent="0" lvl="1" marL="0" marR="0" rtl="0" algn="r">
              <a:spcBef>
                <a:spcPts val="0"/>
              </a:spcBef>
              <a:buNone/>
              <a:defRPr b="0" i="0" sz="900" u="none" cap="none" strike="noStrike">
                <a:solidFill>
                  <a:schemeClr val="dk2"/>
                </a:solidFill>
                <a:latin typeface="Arial"/>
                <a:ea typeface="Arial"/>
                <a:cs typeface="Arial"/>
                <a:sym typeface="Arial"/>
              </a:defRPr>
            </a:lvl2pPr>
            <a:lvl3pPr indent="0" lvl="2" marL="0" marR="0" rtl="0" algn="r">
              <a:spcBef>
                <a:spcPts val="0"/>
              </a:spcBef>
              <a:buNone/>
              <a:defRPr b="0" i="0" sz="900" u="none" cap="none" strike="noStrike">
                <a:solidFill>
                  <a:schemeClr val="dk2"/>
                </a:solidFill>
                <a:latin typeface="Arial"/>
                <a:ea typeface="Arial"/>
                <a:cs typeface="Arial"/>
                <a:sym typeface="Arial"/>
              </a:defRPr>
            </a:lvl3pPr>
            <a:lvl4pPr indent="0" lvl="3" marL="0" marR="0" rtl="0" algn="r">
              <a:spcBef>
                <a:spcPts val="0"/>
              </a:spcBef>
              <a:buNone/>
              <a:defRPr b="0" i="0" sz="900" u="none" cap="none" strike="noStrike">
                <a:solidFill>
                  <a:schemeClr val="dk2"/>
                </a:solidFill>
                <a:latin typeface="Arial"/>
                <a:ea typeface="Arial"/>
                <a:cs typeface="Arial"/>
                <a:sym typeface="Arial"/>
              </a:defRPr>
            </a:lvl4pPr>
            <a:lvl5pPr indent="0" lvl="4" marL="0" marR="0" rtl="0" algn="r">
              <a:spcBef>
                <a:spcPts val="0"/>
              </a:spcBef>
              <a:buNone/>
              <a:defRPr b="0" i="0" sz="900" u="none" cap="none" strike="noStrike">
                <a:solidFill>
                  <a:schemeClr val="dk2"/>
                </a:solidFill>
                <a:latin typeface="Arial"/>
                <a:ea typeface="Arial"/>
                <a:cs typeface="Arial"/>
                <a:sym typeface="Arial"/>
              </a:defRPr>
            </a:lvl5pPr>
            <a:lvl6pPr indent="0" lvl="5" marL="0" marR="0" rtl="0" algn="r">
              <a:spcBef>
                <a:spcPts val="0"/>
              </a:spcBef>
              <a:buNone/>
              <a:defRPr b="0" i="0" sz="900" u="none" cap="none" strike="noStrike">
                <a:solidFill>
                  <a:schemeClr val="dk2"/>
                </a:solidFill>
                <a:latin typeface="Arial"/>
                <a:ea typeface="Arial"/>
                <a:cs typeface="Arial"/>
                <a:sym typeface="Arial"/>
              </a:defRPr>
            </a:lvl6pPr>
            <a:lvl7pPr indent="0" lvl="6" marL="0" marR="0" rtl="0" algn="r">
              <a:spcBef>
                <a:spcPts val="0"/>
              </a:spcBef>
              <a:buNone/>
              <a:defRPr b="0" i="0" sz="900" u="none" cap="none" strike="noStrike">
                <a:solidFill>
                  <a:schemeClr val="dk2"/>
                </a:solidFill>
                <a:latin typeface="Arial"/>
                <a:ea typeface="Arial"/>
                <a:cs typeface="Arial"/>
                <a:sym typeface="Arial"/>
              </a:defRPr>
            </a:lvl7pPr>
            <a:lvl8pPr indent="0" lvl="7" marL="0" marR="0" rtl="0" algn="r">
              <a:spcBef>
                <a:spcPts val="0"/>
              </a:spcBef>
              <a:buNone/>
              <a:defRPr b="0" i="0" sz="900" u="none" cap="none" strike="noStrike">
                <a:solidFill>
                  <a:schemeClr val="dk2"/>
                </a:solidFill>
                <a:latin typeface="Arial"/>
                <a:ea typeface="Arial"/>
                <a:cs typeface="Arial"/>
                <a:sym typeface="Arial"/>
              </a:defRPr>
            </a:lvl8pPr>
            <a:lvl9pPr indent="0" lvl="8" marL="0" marR="0" rtl="0" algn="r">
              <a:spcBef>
                <a:spcPts val="0"/>
              </a:spcBef>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06" name="Shape 206"/>
        <p:cNvGrpSpPr/>
        <p:nvPr/>
      </p:nvGrpSpPr>
      <p:grpSpPr>
        <a:xfrm>
          <a:off x="0" y="0"/>
          <a:ext cx="0" cy="0"/>
          <a:chOff x="0" y="0"/>
          <a:chExt cx="0" cy="0"/>
        </a:xfrm>
      </p:grpSpPr>
      <p:sp>
        <p:nvSpPr>
          <p:cNvPr id="207" name="Google Shape;207;p30"/>
          <p:cNvSpPr txBox="1"/>
          <p:nvPr>
            <p:ph type="ctrTitle"/>
          </p:nvPr>
        </p:nvSpPr>
        <p:spPr>
          <a:xfrm>
            <a:off x="1700784" y="1056132"/>
            <a:ext cx="4800600" cy="1790700"/>
          </a:xfrm>
          <a:prstGeom prst="rect">
            <a:avLst/>
          </a:prstGeom>
          <a:noFill/>
          <a:ln>
            <a:noFill/>
          </a:ln>
        </p:spPr>
        <p:txBody>
          <a:bodyPr anchorCtr="0" anchor="t" bIns="34275" lIns="68575" spcFirstLastPara="1" rIns="68575" wrap="square" tIns="34275">
            <a:normAutofit/>
          </a:bodyPr>
          <a:lstStyle/>
          <a:p>
            <a:pPr indent="0" lvl="0" marL="0" rtl="0" algn="l">
              <a:lnSpc>
                <a:spcPct val="80000"/>
              </a:lnSpc>
              <a:spcBef>
                <a:spcPts val="0"/>
              </a:spcBef>
              <a:spcAft>
                <a:spcPts val="0"/>
              </a:spcAft>
              <a:buClr>
                <a:schemeClr val="lt1"/>
              </a:buClr>
              <a:buSzPts val="5400"/>
              <a:buFont typeface="Arial"/>
              <a:buNone/>
            </a:pPr>
            <a:r>
              <a:rPr lang="en-GB"/>
              <a:t>PROGRESS REPORT</a:t>
            </a:r>
            <a:endParaRPr/>
          </a:p>
        </p:txBody>
      </p:sp>
      <p:sp>
        <p:nvSpPr>
          <p:cNvPr id="208" name="Google Shape;208;p30"/>
          <p:cNvSpPr txBox="1"/>
          <p:nvPr>
            <p:ph idx="1" type="subTitle"/>
          </p:nvPr>
        </p:nvSpPr>
        <p:spPr>
          <a:xfrm>
            <a:off x="2562492" y="3343960"/>
            <a:ext cx="4114800" cy="288036"/>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chemeClr val="lt1"/>
              </a:buClr>
              <a:buSzPts val="1800"/>
              <a:buNone/>
            </a:pPr>
            <a:r>
              <a:rPr b="0" lang="en-GB"/>
              <a:t>Michael Scott</a:t>
            </a:r>
            <a:endParaRPr/>
          </a:p>
          <a:p>
            <a:pPr indent="0" lvl="0" marL="0" rtl="0" algn="l">
              <a:lnSpc>
                <a:spcPct val="80000"/>
              </a:lnSpc>
              <a:spcBef>
                <a:spcPts val="0"/>
              </a:spcBef>
              <a:spcAft>
                <a:spcPts val="0"/>
              </a:spcAft>
              <a:buClr>
                <a:schemeClr val="lt1"/>
              </a:buClr>
              <a:buSzPts val="1800"/>
              <a:buNone/>
            </a:pPr>
            <a:r>
              <a:t/>
            </a:r>
            <a:endParaRPr b="0"/>
          </a:p>
        </p:txBody>
      </p:sp>
      <p:pic>
        <p:nvPicPr>
          <p:cNvPr descr="https://static1.srcdn.com/wordpress/wp-content/uploads/2020/03/michael-scott-the-office-memes.jpg?q=50&amp;fit=contain&amp;w=1140&amp;h=&amp;dpr=1.5" id="209" name="Google Shape;209;p30"/>
          <p:cNvPicPr preferRelativeResize="0"/>
          <p:nvPr/>
        </p:nvPicPr>
        <p:blipFill rotWithShape="1">
          <a:blip r:embed="rId3">
            <a:alphaModFix/>
          </a:blip>
          <a:srcRect b="0" l="0" r="0" t="0"/>
          <a:stretch/>
        </p:blipFill>
        <p:spPr>
          <a:xfrm>
            <a:off x="5295900" y="1906504"/>
            <a:ext cx="3581399" cy="188294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txBox="1"/>
          <p:nvPr>
            <p:ph type="title"/>
          </p:nvPr>
        </p:nvSpPr>
        <p:spPr>
          <a:xfrm>
            <a:off x="1721358" y="1097280"/>
            <a:ext cx="5623560" cy="528066"/>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chemeClr val="dk2"/>
              </a:buClr>
              <a:buSzPts val="3800"/>
              <a:buFont typeface="Arial"/>
              <a:buNone/>
            </a:pPr>
            <a:r>
              <a:rPr lang="en-GB"/>
              <a:t>STATUS SUMMARY</a:t>
            </a:r>
            <a:endParaRPr/>
          </a:p>
        </p:txBody>
      </p:sp>
      <p:sp>
        <p:nvSpPr>
          <p:cNvPr id="216" name="Google Shape;216;p31"/>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
        <p:nvSpPr>
          <p:cNvPr id="217" name="Google Shape;217;p31"/>
          <p:cNvSpPr txBox="1"/>
          <p:nvPr>
            <p:ph idx="1" type="body"/>
          </p:nvPr>
        </p:nvSpPr>
        <p:spPr>
          <a:xfrm>
            <a:off x="1741932" y="2215134"/>
            <a:ext cx="5602986" cy="2472422"/>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dk2"/>
              </a:buClr>
              <a:buSzPts val="1700"/>
              <a:buNone/>
            </a:pPr>
            <a:r>
              <a:rPr lang="en-GB"/>
              <a:t>Project on track for delivery</a:t>
            </a:r>
            <a:endParaRPr/>
          </a:p>
          <a:p>
            <a:pPr indent="0" lvl="0" marL="0" rtl="0" algn="l">
              <a:lnSpc>
                <a:spcPct val="100000"/>
              </a:lnSpc>
              <a:spcBef>
                <a:spcPts val="1100"/>
              </a:spcBef>
              <a:spcAft>
                <a:spcPts val="0"/>
              </a:spcAft>
              <a:buClr>
                <a:schemeClr val="dk2"/>
              </a:buClr>
              <a:buSzPts val="1700"/>
              <a:buNone/>
            </a:pPr>
            <a:r>
              <a:rPr lang="en-GB"/>
              <a:t>Delivery date is end of Q3</a:t>
            </a:r>
            <a:endParaRPr/>
          </a:p>
          <a:p>
            <a:pPr indent="0" lvl="0" marL="0" rtl="0" algn="l">
              <a:lnSpc>
                <a:spcPct val="100000"/>
              </a:lnSpc>
              <a:spcBef>
                <a:spcPts val="1100"/>
              </a:spcBef>
              <a:spcAft>
                <a:spcPts val="0"/>
              </a:spcAft>
              <a:buClr>
                <a:schemeClr val="dk2"/>
              </a:buClr>
              <a:buSzPts val="1700"/>
              <a:buNone/>
            </a:pPr>
            <a:r>
              <a:rPr lang="en-GB"/>
              <a:t>Estimate cost of $14,000</a:t>
            </a:r>
            <a:endParaRPr/>
          </a:p>
          <a:p>
            <a:pPr indent="0" lvl="0" marL="0" rtl="0" algn="l">
              <a:lnSpc>
                <a:spcPct val="100000"/>
              </a:lnSpc>
              <a:spcBef>
                <a:spcPts val="1100"/>
              </a:spcBef>
              <a:spcAft>
                <a:spcPts val="0"/>
              </a:spcAft>
              <a:buClr>
                <a:schemeClr val="dk2"/>
              </a:buClr>
              <a:buSzPts val="1700"/>
              <a:buNone/>
            </a:pPr>
            <a:r>
              <a:rPr lang="en-GB"/>
              <a:t>Project will deliver after update in Q4</a:t>
            </a:r>
            <a:endParaRPr/>
          </a:p>
          <a:p>
            <a:pPr indent="0" lvl="1" marL="0" rtl="0" algn="l">
              <a:lnSpc>
                <a:spcPct val="100000"/>
              </a:lnSpc>
              <a:spcBef>
                <a:spcPts val="1100"/>
              </a:spcBef>
              <a:spcAft>
                <a:spcPts val="0"/>
              </a:spcAft>
              <a:buClr>
                <a:schemeClr val="dk2"/>
              </a:buClr>
              <a:buSzPts val="1200"/>
              <a:buNone/>
            </a:pPr>
            <a:r>
              <a:rPr lang="en-GB"/>
              <a:t>Date of delivery is July 20xx</a:t>
            </a:r>
            <a:endParaRPr/>
          </a:p>
          <a:p>
            <a:pPr indent="0" lvl="0" marL="0" rtl="0" algn="l">
              <a:lnSpc>
                <a:spcPct val="100000"/>
              </a:lnSpc>
              <a:spcBef>
                <a:spcPts val="0"/>
              </a:spcBef>
              <a:spcAft>
                <a:spcPts val="0"/>
              </a:spcAft>
              <a:buClr>
                <a:schemeClr val="dk2"/>
              </a:buClr>
              <a:buSzPts val="1700"/>
              <a:buNone/>
            </a:pPr>
            <a:r>
              <a:t/>
            </a:r>
            <a:endParaRPr/>
          </a:p>
          <a:p>
            <a:pPr indent="0" lvl="0" marL="0" rtl="0" algn="l">
              <a:lnSpc>
                <a:spcPct val="100000"/>
              </a:lnSpc>
              <a:spcBef>
                <a:spcPts val="1100"/>
              </a:spcBef>
              <a:spcAft>
                <a:spcPts val="0"/>
              </a:spcAft>
              <a:buClr>
                <a:schemeClr val="dk2"/>
              </a:buClr>
              <a:buSzPts val="17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2"/>
          <p:cNvSpPr txBox="1"/>
          <p:nvPr>
            <p:ph type="title"/>
          </p:nvPr>
        </p:nvSpPr>
        <p:spPr>
          <a:xfrm>
            <a:off x="452628" y="1097280"/>
            <a:ext cx="7886700" cy="431491"/>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chemeClr val="dk2"/>
              </a:buClr>
              <a:buSzPts val="3800"/>
              <a:buFont typeface="Arial"/>
              <a:buNone/>
            </a:pPr>
            <a:r>
              <a:rPr lang="en-GB"/>
              <a:t>PROGRESS</a:t>
            </a:r>
            <a:endParaRPr/>
          </a:p>
        </p:txBody>
      </p:sp>
      <p:sp>
        <p:nvSpPr>
          <p:cNvPr id="224" name="Google Shape;224;p32"/>
          <p:cNvSpPr txBox="1"/>
          <p:nvPr>
            <p:ph idx="1" type="body"/>
          </p:nvPr>
        </p:nvSpPr>
        <p:spPr>
          <a:xfrm>
            <a:off x="486918" y="2228850"/>
            <a:ext cx="3621024" cy="36790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dk2"/>
              </a:buClr>
              <a:buSzPts val="1700"/>
              <a:buNone/>
            </a:pPr>
            <a:r>
              <a:rPr lang="en-GB"/>
              <a:t>Schedule Implications</a:t>
            </a:r>
            <a:endParaRPr/>
          </a:p>
        </p:txBody>
      </p:sp>
      <p:sp>
        <p:nvSpPr>
          <p:cNvPr id="225" name="Google Shape;225;p32"/>
          <p:cNvSpPr txBox="1"/>
          <p:nvPr>
            <p:ph idx="2" type="body"/>
          </p:nvPr>
        </p:nvSpPr>
        <p:spPr>
          <a:xfrm>
            <a:off x="4677156" y="2228850"/>
            <a:ext cx="3621024" cy="36790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dk2"/>
              </a:buClr>
              <a:buSzPts val="1700"/>
              <a:buNone/>
            </a:pPr>
            <a:r>
              <a:rPr lang="en-GB"/>
              <a:t>Roadblocks</a:t>
            </a:r>
            <a:endParaRPr/>
          </a:p>
        </p:txBody>
      </p:sp>
      <p:sp>
        <p:nvSpPr>
          <p:cNvPr id="226" name="Google Shape;226;p32"/>
          <p:cNvSpPr txBox="1"/>
          <p:nvPr>
            <p:ph idx="3" type="body"/>
          </p:nvPr>
        </p:nvSpPr>
        <p:spPr>
          <a:xfrm>
            <a:off x="274320" y="2551176"/>
            <a:ext cx="3566160" cy="1262063"/>
          </a:xfrm>
          <a:prstGeom prst="rect">
            <a:avLst/>
          </a:prstGeom>
          <a:noFill/>
          <a:ln>
            <a:noFill/>
          </a:ln>
        </p:spPr>
        <p:txBody>
          <a:bodyPr anchorCtr="0" anchor="t" bIns="34275" lIns="68575" spcFirstLastPara="1" rIns="68575" wrap="square" tIns="34275">
            <a:noAutofit/>
          </a:bodyPr>
          <a:lstStyle/>
          <a:p>
            <a:pPr indent="-215900" lvl="0" marL="215900" rtl="0" algn="l">
              <a:lnSpc>
                <a:spcPct val="150000"/>
              </a:lnSpc>
              <a:spcBef>
                <a:spcPts val="0"/>
              </a:spcBef>
              <a:spcAft>
                <a:spcPts val="0"/>
              </a:spcAft>
              <a:buClr>
                <a:schemeClr val="dk2"/>
              </a:buClr>
              <a:buSzPts val="1200"/>
              <a:buChar char="•"/>
            </a:pPr>
            <a:r>
              <a:rPr lang="en-GB"/>
              <a:t>Investors are planning to see the project delivered in Q4</a:t>
            </a:r>
            <a:endParaRPr/>
          </a:p>
          <a:p>
            <a:pPr indent="-215900" lvl="0" marL="215900" rtl="0" algn="l">
              <a:lnSpc>
                <a:spcPct val="150000"/>
              </a:lnSpc>
              <a:spcBef>
                <a:spcPts val="0"/>
              </a:spcBef>
              <a:spcAft>
                <a:spcPts val="0"/>
              </a:spcAft>
              <a:buClr>
                <a:schemeClr val="dk2"/>
              </a:buClr>
              <a:buSzPts val="1200"/>
              <a:buChar char="•"/>
            </a:pPr>
            <a:r>
              <a:rPr lang="en-GB"/>
              <a:t>Late delivery will delay future funding for further projects</a:t>
            </a:r>
            <a:endParaRPr/>
          </a:p>
        </p:txBody>
      </p:sp>
      <p:sp>
        <p:nvSpPr>
          <p:cNvPr id="227" name="Google Shape;227;p32"/>
          <p:cNvSpPr txBox="1"/>
          <p:nvPr>
            <p:ph idx="4" type="body"/>
          </p:nvPr>
        </p:nvSpPr>
        <p:spPr>
          <a:xfrm>
            <a:off x="4457700" y="2551176"/>
            <a:ext cx="3566160" cy="1262063"/>
          </a:xfrm>
          <a:prstGeom prst="rect">
            <a:avLst/>
          </a:prstGeom>
          <a:noFill/>
          <a:ln>
            <a:noFill/>
          </a:ln>
        </p:spPr>
        <p:txBody>
          <a:bodyPr anchorCtr="0" anchor="t" bIns="34275" lIns="68575" spcFirstLastPara="1" rIns="68575" wrap="square" tIns="34275">
            <a:noAutofit/>
          </a:bodyPr>
          <a:lstStyle/>
          <a:p>
            <a:pPr indent="-215900" lvl="0" marL="215900" rtl="0" algn="l">
              <a:lnSpc>
                <a:spcPct val="150000"/>
              </a:lnSpc>
              <a:spcBef>
                <a:spcPts val="0"/>
              </a:spcBef>
              <a:spcAft>
                <a:spcPts val="0"/>
              </a:spcAft>
              <a:buClr>
                <a:schemeClr val="dk2"/>
              </a:buClr>
              <a:buSzPts val="1200"/>
              <a:buChar char="•"/>
            </a:pPr>
            <a:r>
              <a:rPr lang="en-GB"/>
              <a:t>Understaffed in key roles</a:t>
            </a:r>
            <a:endParaRPr/>
          </a:p>
          <a:p>
            <a:pPr indent="-215900" lvl="0" marL="215900" rtl="0" algn="l">
              <a:lnSpc>
                <a:spcPct val="150000"/>
              </a:lnSpc>
              <a:spcBef>
                <a:spcPts val="0"/>
              </a:spcBef>
              <a:spcAft>
                <a:spcPts val="0"/>
              </a:spcAft>
              <a:buClr>
                <a:schemeClr val="dk2"/>
              </a:buClr>
              <a:buSzPts val="1200"/>
              <a:buChar char="•"/>
            </a:pPr>
            <a:r>
              <a:rPr lang="en-GB"/>
              <a:t>Tools to complete project randomly go offline</a:t>
            </a:r>
            <a:endParaRPr/>
          </a:p>
        </p:txBody>
      </p:sp>
      <p:sp>
        <p:nvSpPr>
          <p:cNvPr id="228" name="Google Shape;228;p32"/>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3"/>
          <p:cNvSpPr txBox="1"/>
          <p:nvPr>
            <p:ph type="title"/>
          </p:nvPr>
        </p:nvSpPr>
        <p:spPr>
          <a:xfrm>
            <a:off x="452628" y="1097280"/>
            <a:ext cx="7886700" cy="431491"/>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chemeClr val="accent5"/>
              </a:buClr>
              <a:buSzPts val="3800"/>
              <a:buFont typeface="Arial"/>
              <a:buNone/>
            </a:pPr>
            <a:r>
              <a:rPr lang="en-GB"/>
              <a:t>SCHEDULE</a:t>
            </a:r>
            <a:br>
              <a:rPr lang="en-GB"/>
            </a:br>
            <a:endParaRPr/>
          </a:p>
        </p:txBody>
      </p:sp>
      <p:sp>
        <p:nvSpPr>
          <p:cNvPr id="235" name="Google Shape;235;p33"/>
          <p:cNvSpPr txBox="1"/>
          <p:nvPr>
            <p:ph idx="1" type="body"/>
          </p:nvPr>
        </p:nvSpPr>
        <p:spPr>
          <a:xfrm>
            <a:off x="486918" y="2612898"/>
            <a:ext cx="3621024" cy="36790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dk2"/>
              </a:buClr>
              <a:buSzPts val="1700"/>
              <a:buNone/>
            </a:pPr>
            <a:r>
              <a:rPr lang="en-GB"/>
              <a:t>Key Dates</a:t>
            </a:r>
            <a:endParaRPr/>
          </a:p>
          <a:p>
            <a:pPr indent="0" lvl="0" marL="0" rtl="0" algn="l">
              <a:lnSpc>
                <a:spcPct val="100000"/>
              </a:lnSpc>
              <a:spcBef>
                <a:spcPts val="0"/>
              </a:spcBef>
              <a:spcAft>
                <a:spcPts val="0"/>
              </a:spcAft>
              <a:buClr>
                <a:schemeClr val="dk2"/>
              </a:buClr>
              <a:buSzPts val="1700"/>
              <a:buNone/>
            </a:pPr>
            <a:r>
              <a:t/>
            </a:r>
            <a:endParaRPr/>
          </a:p>
        </p:txBody>
      </p:sp>
      <p:sp>
        <p:nvSpPr>
          <p:cNvPr id="236" name="Google Shape;236;p33"/>
          <p:cNvSpPr txBox="1"/>
          <p:nvPr>
            <p:ph idx="2" type="body"/>
          </p:nvPr>
        </p:nvSpPr>
        <p:spPr>
          <a:xfrm>
            <a:off x="274320" y="2948940"/>
            <a:ext cx="3566160" cy="1262062"/>
          </a:xfrm>
          <a:prstGeom prst="rect">
            <a:avLst/>
          </a:prstGeom>
          <a:noFill/>
          <a:ln>
            <a:noFill/>
          </a:ln>
        </p:spPr>
        <p:txBody>
          <a:bodyPr anchorCtr="0" anchor="t" bIns="34275" lIns="68575" spcFirstLastPara="1" rIns="68575" wrap="square" tIns="34275">
            <a:noAutofit/>
          </a:bodyPr>
          <a:lstStyle/>
          <a:p>
            <a:pPr indent="-215900" lvl="0" marL="215900" rtl="0" algn="l">
              <a:lnSpc>
                <a:spcPct val="150000"/>
              </a:lnSpc>
              <a:spcBef>
                <a:spcPts val="0"/>
              </a:spcBef>
              <a:spcAft>
                <a:spcPts val="0"/>
              </a:spcAft>
              <a:buClr>
                <a:schemeClr val="dk2"/>
              </a:buClr>
              <a:buSzPts val="1200"/>
              <a:buChar char="•"/>
            </a:pPr>
            <a:r>
              <a:rPr lang="en-GB"/>
              <a:t>Product launches in Q3</a:t>
            </a:r>
            <a:endParaRPr/>
          </a:p>
          <a:p>
            <a:pPr indent="-215900" lvl="0" marL="215900" rtl="0" algn="l">
              <a:lnSpc>
                <a:spcPct val="150000"/>
              </a:lnSpc>
              <a:spcBef>
                <a:spcPts val="0"/>
              </a:spcBef>
              <a:spcAft>
                <a:spcPts val="0"/>
              </a:spcAft>
              <a:buClr>
                <a:schemeClr val="dk2"/>
              </a:buClr>
              <a:buSzPts val="1200"/>
              <a:buChar char="•"/>
            </a:pPr>
            <a:r>
              <a:rPr lang="en-GB"/>
              <a:t>updates launch in Q4</a:t>
            </a:r>
            <a:endParaRPr/>
          </a:p>
        </p:txBody>
      </p:sp>
      <p:sp>
        <p:nvSpPr>
          <p:cNvPr id="237" name="Google Shape;237;p33"/>
          <p:cNvSpPr txBox="1"/>
          <p:nvPr>
            <p:ph idx="3" type="body"/>
          </p:nvPr>
        </p:nvSpPr>
        <p:spPr>
          <a:xfrm>
            <a:off x="4457700" y="2948940"/>
            <a:ext cx="3566160" cy="1262062"/>
          </a:xfrm>
          <a:prstGeom prst="rect">
            <a:avLst/>
          </a:prstGeom>
          <a:noFill/>
          <a:ln>
            <a:noFill/>
          </a:ln>
        </p:spPr>
        <p:txBody>
          <a:bodyPr anchorCtr="0" anchor="t" bIns="34275" lIns="68575" spcFirstLastPara="1" rIns="68575" wrap="square" tIns="34275">
            <a:noAutofit/>
          </a:bodyPr>
          <a:lstStyle/>
          <a:p>
            <a:pPr indent="-215900" lvl="0" marL="215900" rtl="0" algn="l">
              <a:lnSpc>
                <a:spcPct val="150000"/>
              </a:lnSpc>
              <a:spcBef>
                <a:spcPts val="0"/>
              </a:spcBef>
              <a:spcAft>
                <a:spcPts val="0"/>
              </a:spcAft>
              <a:buClr>
                <a:schemeClr val="dk2"/>
              </a:buClr>
              <a:buSzPts val="1200"/>
              <a:buChar char="•"/>
            </a:pPr>
            <a:r>
              <a:rPr lang="en-GB"/>
              <a:t>For detailed schedule, see management</a:t>
            </a:r>
            <a:endParaRPr/>
          </a:p>
          <a:p>
            <a:pPr indent="0" lvl="0" marL="0" rtl="0" algn="l">
              <a:lnSpc>
                <a:spcPct val="150000"/>
              </a:lnSpc>
              <a:spcBef>
                <a:spcPts val="0"/>
              </a:spcBef>
              <a:spcAft>
                <a:spcPts val="0"/>
              </a:spcAft>
              <a:buClr>
                <a:schemeClr val="dk2"/>
              </a:buClr>
              <a:buSzPts val="1200"/>
              <a:buNone/>
            </a:pPr>
            <a:r>
              <a:rPr i="1" lang="en-GB"/>
              <a:t>Note: Please make sure you are familiar with details of the schedule</a:t>
            </a:r>
            <a:endParaRPr/>
          </a:p>
        </p:txBody>
      </p:sp>
      <p:sp>
        <p:nvSpPr>
          <p:cNvPr id="238" name="Google Shape;238;p33"/>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4"/>
          <p:cNvSpPr txBox="1"/>
          <p:nvPr>
            <p:ph type="title"/>
          </p:nvPr>
        </p:nvSpPr>
        <p:spPr>
          <a:xfrm>
            <a:off x="1721358" y="1097280"/>
            <a:ext cx="5623560" cy="528066"/>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chemeClr val="dk2"/>
              </a:buClr>
              <a:buSzPts val="3800"/>
              <a:buFont typeface="Arial"/>
              <a:buNone/>
            </a:pPr>
            <a:r>
              <a:rPr lang="en-GB"/>
              <a:t>DELIVERABLES</a:t>
            </a:r>
            <a:endParaRPr/>
          </a:p>
        </p:txBody>
      </p:sp>
      <p:sp>
        <p:nvSpPr>
          <p:cNvPr id="245" name="Google Shape;245;p34"/>
          <p:cNvSpPr txBox="1"/>
          <p:nvPr>
            <p:ph idx="1" type="body"/>
          </p:nvPr>
        </p:nvSpPr>
        <p:spPr>
          <a:xfrm>
            <a:off x="1741932" y="2228850"/>
            <a:ext cx="3621024" cy="36790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dk2"/>
              </a:buClr>
              <a:buSzPts val="1700"/>
              <a:buNone/>
            </a:pPr>
            <a:r>
              <a:rPr lang="en-GB"/>
              <a:t>Main Critical Deliverables</a:t>
            </a:r>
            <a:endParaRPr/>
          </a:p>
        </p:txBody>
      </p:sp>
      <p:sp>
        <p:nvSpPr>
          <p:cNvPr id="246" name="Google Shape;246;p34"/>
          <p:cNvSpPr txBox="1"/>
          <p:nvPr>
            <p:ph idx="3" type="body"/>
          </p:nvPr>
        </p:nvSpPr>
        <p:spPr>
          <a:xfrm>
            <a:off x="1515618" y="2551176"/>
            <a:ext cx="6284415" cy="731445"/>
          </a:xfrm>
          <a:prstGeom prst="rect">
            <a:avLst/>
          </a:prstGeom>
          <a:noFill/>
          <a:ln>
            <a:noFill/>
          </a:ln>
        </p:spPr>
        <p:txBody>
          <a:bodyPr anchorCtr="0" anchor="t" bIns="34275" lIns="68575" spcFirstLastPara="1" rIns="68575" wrap="square" tIns="34275">
            <a:noAutofit/>
          </a:bodyPr>
          <a:lstStyle/>
          <a:p>
            <a:pPr indent="-215900" lvl="0" marL="215900" rtl="0" algn="l">
              <a:lnSpc>
                <a:spcPct val="150000"/>
              </a:lnSpc>
              <a:spcBef>
                <a:spcPts val="0"/>
              </a:spcBef>
              <a:spcAft>
                <a:spcPts val="0"/>
              </a:spcAft>
              <a:buClr>
                <a:schemeClr val="dk2"/>
              </a:buClr>
              <a:buSzPts val="1200"/>
              <a:buChar char="•"/>
            </a:pPr>
            <a:r>
              <a:rPr lang="en-GB"/>
              <a:t>Product launch</a:t>
            </a:r>
            <a:endParaRPr/>
          </a:p>
          <a:p>
            <a:pPr indent="-215900" lvl="0" marL="215900" rtl="0" algn="l">
              <a:lnSpc>
                <a:spcPct val="150000"/>
              </a:lnSpc>
              <a:spcBef>
                <a:spcPts val="0"/>
              </a:spcBef>
              <a:spcAft>
                <a:spcPts val="0"/>
              </a:spcAft>
              <a:buClr>
                <a:schemeClr val="dk2"/>
              </a:buClr>
              <a:buSzPts val="1200"/>
              <a:buChar char="•"/>
            </a:pPr>
            <a:r>
              <a:rPr lang="en-GB"/>
              <a:t>Software updates</a:t>
            </a:r>
            <a:endParaRPr/>
          </a:p>
          <a:p>
            <a:pPr indent="-215900" lvl="0" marL="215900" rtl="0" algn="l">
              <a:lnSpc>
                <a:spcPct val="150000"/>
              </a:lnSpc>
              <a:spcBef>
                <a:spcPts val="0"/>
              </a:spcBef>
              <a:spcAft>
                <a:spcPts val="0"/>
              </a:spcAft>
              <a:buClr>
                <a:schemeClr val="dk2"/>
              </a:buClr>
              <a:buSzPts val="1200"/>
              <a:buChar char="•"/>
            </a:pPr>
            <a:r>
              <a:rPr lang="en-GB"/>
              <a:t>Press release</a:t>
            </a:r>
            <a:endParaRPr/>
          </a:p>
          <a:p>
            <a:pPr indent="-215900" lvl="0" marL="215900" rtl="0" algn="l">
              <a:lnSpc>
                <a:spcPct val="150000"/>
              </a:lnSpc>
              <a:spcBef>
                <a:spcPts val="0"/>
              </a:spcBef>
              <a:spcAft>
                <a:spcPts val="0"/>
              </a:spcAft>
              <a:buClr>
                <a:schemeClr val="dk2"/>
              </a:buClr>
              <a:buSzPts val="1200"/>
              <a:buChar char="•"/>
            </a:pPr>
            <a:r>
              <a:rPr lang="en-GB"/>
              <a:t>Printed materials</a:t>
            </a:r>
            <a:endParaRPr/>
          </a:p>
        </p:txBody>
      </p:sp>
      <p:sp>
        <p:nvSpPr>
          <p:cNvPr id="247" name="Google Shape;247;p34"/>
          <p:cNvSpPr txBox="1"/>
          <p:nvPr>
            <p:ph idx="2" type="body"/>
          </p:nvPr>
        </p:nvSpPr>
        <p:spPr>
          <a:xfrm>
            <a:off x="1741932" y="3332988"/>
            <a:ext cx="3621024" cy="36790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dk2"/>
              </a:buClr>
              <a:buSzPts val="1700"/>
              <a:buNone/>
            </a:pPr>
            <a:r>
              <a:rPr lang="en-GB"/>
              <a:t>Confidence Rating</a:t>
            </a:r>
            <a:endParaRPr/>
          </a:p>
        </p:txBody>
      </p:sp>
      <p:sp>
        <p:nvSpPr>
          <p:cNvPr id="248" name="Google Shape;248;p34"/>
          <p:cNvSpPr txBox="1"/>
          <p:nvPr>
            <p:ph idx="4" type="body"/>
          </p:nvPr>
        </p:nvSpPr>
        <p:spPr>
          <a:xfrm>
            <a:off x="1515618" y="3675888"/>
            <a:ext cx="6284415" cy="731445"/>
          </a:xfrm>
          <a:prstGeom prst="rect">
            <a:avLst/>
          </a:prstGeom>
          <a:noFill/>
          <a:ln>
            <a:noFill/>
          </a:ln>
        </p:spPr>
        <p:txBody>
          <a:bodyPr anchorCtr="0" anchor="t" bIns="34275" lIns="68575" spcFirstLastPara="1" rIns="68575" wrap="square" tIns="34275">
            <a:noAutofit/>
          </a:bodyPr>
          <a:lstStyle/>
          <a:p>
            <a:pPr indent="-215900" lvl="0" marL="215900" rtl="0" algn="l">
              <a:lnSpc>
                <a:spcPct val="150000"/>
              </a:lnSpc>
              <a:spcBef>
                <a:spcPts val="0"/>
              </a:spcBef>
              <a:spcAft>
                <a:spcPts val="0"/>
              </a:spcAft>
              <a:buClr>
                <a:schemeClr val="dk2"/>
              </a:buClr>
              <a:buSzPts val="1200"/>
              <a:buChar char="•"/>
            </a:pPr>
            <a:r>
              <a:rPr lang="en-GB"/>
              <a:t>5/5 confident that we will complete project on schedule</a:t>
            </a:r>
            <a:endParaRPr/>
          </a:p>
        </p:txBody>
      </p:sp>
      <p:sp>
        <p:nvSpPr>
          <p:cNvPr id="249" name="Google Shape;249;p34"/>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5"/>
          <p:cNvSpPr txBox="1"/>
          <p:nvPr>
            <p:ph type="title"/>
          </p:nvPr>
        </p:nvSpPr>
        <p:spPr>
          <a:xfrm>
            <a:off x="500634" y="1049274"/>
            <a:ext cx="3634740" cy="1262062"/>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chemeClr val="accent4"/>
              </a:buClr>
              <a:buSzPts val="3800"/>
              <a:buFont typeface="Arial"/>
              <a:buNone/>
            </a:pPr>
            <a:r>
              <a:rPr lang="en-GB"/>
              <a:t>COSTS</a:t>
            </a:r>
            <a:endParaRPr/>
          </a:p>
        </p:txBody>
      </p:sp>
      <p:sp>
        <p:nvSpPr>
          <p:cNvPr id="256" name="Google Shape;256;p35"/>
          <p:cNvSpPr txBox="1"/>
          <p:nvPr>
            <p:ph idx="1" type="body"/>
          </p:nvPr>
        </p:nvSpPr>
        <p:spPr>
          <a:xfrm>
            <a:off x="4684014" y="1014984"/>
            <a:ext cx="3621024" cy="36790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5"/>
              </a:buClr>
              <a:buSzPts val="1700"/>
              <a:buNone/>
            </a:pPr>
            <a:r>
              <a:rPr lang="en-GB"/>
              <a:t>Projection Of Costs</a:t>
            </a:r>
            <a:endParaRPr/>
          </a:p>
        </p:txBody>
      </p:sp>
      <p:sp>
        <p:nvSpPr>
          <p:cNvPr id="257" name="Google Shape;257;p35"/>
          <p:cNvSpPr txBox="1"/>
          <p:nvPr>
            <p:ph idx="3" type="body"/>
          </p:nvPr>
        </p:nvSpPr>
        <p:spPr>
          <a:xfrm>
            <a:off x="4478274" y="1344168"/>
            <a:ext cx="3566160" cy="1262063"/>
          </a:xfrm>
          <a:prstGeom prst="rect">
            <a:avLst/>
          </a:prstGeom>
          <a:noFill/>
          <a:ln>
            <a:noFill/>
          </a:ln>
        </p:spPr>
        <p:txBody>
          <a:bodyPr anchorCtr="0" anchor="t" bIns="34275" lIns="68575" spcFirstLastPara="1" rIns="68575" wrap="square" tIns="34275">
            <a:noAutofit/>
          </a:bodyPr>
          <a:lstStyle/>
          <a:p>
            <a:pPr indent="-215900" lvl="0" marL="215900" rtl="0" algn="l">
              <a:lnSpc>
                <a:spcPct val="150000"/>
              </a:lnSpc>
              <a:spcBef>
                <a:spcPts val="0"/>
              </a:spcBef>
              <a:spcAft>
                <a:spcPts val="0"/>
              </a:spcAft>
              <a:buClr>
                <a:schemeClr val="accent5"/>
              </a:buClr>
              <a:buSzPts val="1200"/>
              <a:buChar char="•"/>
            </a:pPr>
            <a:r>
              <a:rPr lang="en-GB"/>
              <a:t>$14,000 projection for project</a:t>
            </a:r>
            <a:endParaRPr/>
          </a:p>
          <a:p>
            <a:pPr indent="-215900" lvl="0" marL="215900" rtl="0" algn="l">
              <a:lnSpc>
                <a:spcPct val="150000"/>
              </a:lnSpc>
              <a:spcBef>
                <a:spcPts val="0"/>
              </a:spcBef>
              <a:spcAft>
                <a:spcPts val="0"/>
              </a:spcAft>
              <a:buClr>
                <a:schemeClr val="accent5"/>
              </a:buClr>
              <a:buSzPts val="1200"/>
              <a:buChar char="•"/>
            </a:pPr>
            <a:r>
              <a:rPr lang="en-GB"/>
              <a:t>Main source from angel investors</a:t>
            </a:r>
            <a:endParaRPr/>
          </a:p>
        </p:txBody>
      </p:sp>
      <p:sp>
        <p:nvSpPr>
          <p:cNvPr id="258" name="Google Shape;258;p35"/>
          <p:cNvSpPr txBox="1"/>
          <p:nvPr>
            <p:ph idx="2" type="body"/>
          </p:nvPr>
        </p:nvSpPr>
        <p:spPr>
          <a:xfrm>
            <a:off x="4684014" y="2626614"/>
            <a:ext cx="3621024" cy="36790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5"/>
              </a:buClr>
              <a:buSzPts val="1700"/>
              <a:buNone/>
            </a:pPr>
            <a:r>
              <a:rPr lang="en-GB"/>
              <a:t>Cost Overruns</a:t>
            </a:r>
            <a:endParaRPr/>
          </a:p>
        </p:txBody>
      </p:sp>
      <p:sp>
        <p:nvSpPr>
          <p:cNvPr id="259" name="Google Shape;259;p35"/>
          <p:cNvSpPr txBox="1"/>
          <p:nvPr>
            <p:ph idx="4" type="body"/>
          </p:nvPr>
        </p:nvSpPr>
        <p:spPr>
          <a:xfrm>
            <a:off x="4478274" y="2955798"/>
            <a:ext cx="3566160" cy="1262062"/>
          </a:xfrm>
          <a:prstGeom prst="rect">
            <a:avLst/>
          </a:prstGeom>
          <a:noFill/>
          <a:ln>
            <a:noFill/>
          </a:ln>
        </p:spPr>
        <p:txBody>
          <a:bodyPr anchorCtr="0" anchor="t" bIns="34275" lIns="68575" spcFirstLastPara="1" rIns="68575" wrap="square" tIns="34275">
            <a:noAutofit/>
          </a:bodyPr>
          <a:lstStyle/>
          <a:p>
            <a:pPr indent="-215900" lvl="0" marL="215900" rtl="0" algn="l">
              <a:lnSpc>
                <a:spcPct val="150000"/>
              </a:lnSpc>
              <a:spcBef>
                <a:spcPts val="0"/>
              </a:spcBef>
              <a:spcAft>
                <a:spcPts val="0"/>
              </a:spcAft>
              <a:buClr>
                <a:schemeClr val="accent5"/>
              </a:buClr>
              <a:buSzPts val="1200"/>
              <a:buChar char="•"/>
            </a:pPr>
            <a:r>
              <a:rPr lang="en-GB"/>
              <a:t>$2,000 over budget</a:t>
            </a:r>
            <a:endParaRPr/>
          </a:p>
          <a:p>
            <a:pPr indent="-215900" lvl="0" marL="215900" rtl="0" algn="l">
              <a:lnSpc>
                <a:spcPct val="150000"/>
              </a:lnSpc>
              <a:spcBef>
                <a:spcPts val="0"/>
              </a:spcBef>
              <a:spcAft>
                <a:spcPts val="0"/>
              </a:spcAft>
              <a:buClr>
                <a:schemeClr val="accent5"/>
              </a:buClr>
              <a:buSzPts val="1200"/>
              <a:buChar char="•"/>
            </a:pPr>
            <a:r>
              <a:rPr lang="en-GB"/>
              <a:t>Closed gaps in communication with staff to present future budget issues</a:t>
            </a:r>
            <a:endParaRPr/>
          </a:p>
          <a:p>
            <a:pPr indent="-215900" lvl="0" marL="215900" rtl="0" algn="l">
              <a:lnSpc>
                <a:spcPct val="150000"/>
              </a:lnSpc>
              <a:spcBef>
                <a:spcPts val="0"/>
              </a:spcBef>
              <a:spcAft>
                <a:spcPts val="0"/>
              </a:spcAft>
              <a:buClr>
                <a:schemeClr val="accent5"/>
              </a:buClr>
              <a:buSzPts val="1200"/>
              <a:buChar char="•"/>
            </a:pPr>
            <a:r>
              <a:rPr lang="en-GB"/>
              <a:t>Project can track to remain on budget based on planning and current projections</a:t>
            </a:r>
            <a:endParaRPr/>
          </a:p>
        </p:txBody>
      </p:sp>
      <p:sp>
        <p:nvSpPr>
          <p:cNvPr id="260" name="Google Shape;260;p35"/>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6"/>
          <p:cNvSpPr txBox="1"/>
          <p:nvPr>
            <p:ph type="title"/>
          </p:nvPr>
        </p:nvSpPr>
        <p:spPr>
          <a:xfrm>
            <a:off x="452628" y="1097280"/>
            <a:ext cx="8153781" cy="528066"/>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chemeClr val="dk2"/>
              </a:buClr>
              <a:buSzPts val="3800"/>
              <a:buFont typeface="Arial"/>
              <a:buNone/>
            </a:pPr>
            <a:r>
              <a:rPr lang="en-GB" sz="3800">
                <a:solidFill>
                  <a:schemeClr val="dk2"/>
                </a:solidFill>
                <a:latin typeface="Arial"/>
                <a:ea typeface="Arial"/>
                <a:cs typeface="Arial"/>
                <a:sym typeface="Arial"/>
              </a:rPr>
              <a:t>TECHNOLOGY</a:t>
            </a:r>
            <a:br>
              <a:rPr lang="en-GB" sz="3800">
                <a:solidFill>
                  <a:schemeClr val="dk2"/>
                </a:solidFill>
                <a:latin typeface="Arial"/>
                <a:ea typeface="Arial"/>
                <a:cs typeface="Arial"/>
                <a:sym typeface="Arial"/>
              </a:rPr>
            </a:br>
            <a:endParaRPr/>
          </a:p>
        </p:txBody>
      </p:sp>
      <p:sp>
        <p:nvSpPr>
          <p:cNvPr id="267" name="Google Shape;267;p36"/>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
        <p:nvSpPr>
          <p:cNvPr id="268" name="Google Shape;268;p36"/>
          <p:cNvSpPr txBox="1"/>
          <p:nvPr>
            <p:ph idx="1" type="body"/>
          </p:nvPr>
        </p:nvSpPr>
        <p:spPr>
          <a:xfrm>
            <a:off x="486918" y="2235708"/>
            <a:ext cx="2462022" cy="82981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dk2"/>
              </a:buClr>
              <a:buSzPts val="1700"/>
              <a:buNone/>
            </a:pPr>
            <a:r>
              <a:rPr b="1" lang="en-GB" sz="1700">
                <a:solidFill>
                  <a:schemeClr val="dk2"/>
                </a:solidFill>
                <a:latin typeface="Arial"/>
                <a:ea typeface="Arial"/>
                <a:cs typeface="Arial"/>
                <a:sym typeface="Arial"/>
              </a:rPr>
              <a:t>Technical Problems That Have Been </a:t>
            </a:r>
            <a:br>
              <a:rPr b="1" lang="en-GB" sz="1700">
                <a:solidFill>
                  <a:schemeClr val="dk2"/>
                </a:solidFill>
                <a:latin typeface="Arial"/>
                <a:ea typeface="Arial"/>
                <a:cs typeface="Arial"/>
                <a:sym typeface="Arial"/>
              </a:rPr>
            </a:br>
            <a:r>
              <a:rPr b="1" lang="en-GB" sz="1700">
                <a:solidFill>
                  <a:schemeClr val="dk2"/>
                </a:solidFill>
                <a:latin typeface="Arial"/>
                <a:ea typeface="Arial"/>
                <a:cs typeface="Arial"/>
                <a:sym typeface="Arial"/>
              </a:rPr>
              <a:t>Solved</a:t>
            </a:r>
            <a:endParaRPr/>
          </a:p>
          <a:p>
            <a:pPr indent="0" lvl="0" marL="0" rtl="0" algn="l">
              <a:lnSpc>
                <a:spcPct val="100000"/>
              </a:lnSpc>
              <a:spcBef>
                <a:spcPts val="0"/>
              </a:spcBef>
              <a:spcAft>
                <a:spcPts val="0"/>
              </a:spcAft>
              <a:buClr>
                <a:schemeClr val="dk2"/>
              </a:buClr>
              <a:buSzPts val="1700"/>
              <a:buNone/>
            </a:pPr>
            <a:r>
              <a:t/>
            </a:r>
            <a:endParaRPr/>
          </a:p>
        </p:txBody>
      </p:sp>
      <p:sp>
        <p:nvSpPr>
          <p:cNvPr id="269" name="Google Shape;269;p36"/>
          <p:cNvSpPr txBox="1"/>
          <p:nvPr>
            <p:ph idx="3" type="body"/>
          </p:nvPr>
        </p:nvSpPr>
        <p:spPr>
          <a:xfrm>
            <a:off x="274320" y="3086100"/>
            <a:ext cx="2462022" cy="731445"/>
          </a:xfrm>
          <a:prstGeom prst="rect">
            <a:avLst/>
          </a:prstGeom>
          <a:noFill/>
          <a:ln>
            <a:noFill/>
          </a:ln>
        </p:spPr>
        <p:txBody>
          <a:bodyPr anchorCtr="0" anchor="t" bIns="34275" lIns="68575" spcFirstLastPara="1" rIns="68575" wrap="square" tIns="34275">
            <a:noAutofit/>
          </a:bodyPr>
          <a:lstStyle/>
          <a:p>
            <a:pPr indent="-254000" lvl="0" marL="254000" rtl="0" algn="l">
              <a:lnSpc>
                <a:spcPct val="150000"/>
              </a:lnSpc>
              <a:spcBef>
                <a:spcPts val="0"/>
              </a:spcBef>
              <a:spcAft>
                <a:spcPts val="0"/>
              </a:spcAft>
              <a:buClr>
                <a:schemeClr val="dk2"/>
              </a:buClr>
              <a:buSzPts val="1200"/>
              <a:buFont typeface="Arial"/>
              <a:buChar char="•"/>
            </a:pPr>
            <a:r>
              <a:rPr lang="en-GB" sz="1200">
                <a:solidFill>
                  <a:schemeClr val="dk2"/>
                </a:solidFill>
                <a:latin typeface="Arial"/>
                <a:ea typeface="Arial"/>
                <a:cs typeface="Arial"/>
                <a:sym typeface="Arial"/>
              </a:rPr>
              <a:t>Created offline working mode to prevent delays</a:t>
            </a:r>
            <a:endParaRPr/>
          </a:p>
        </p:txBody>
      </p:sp>
      <p:sp>
        <p:nvSpPr>
          <p:cNvPr id="270" name="Google Shape;270;p36"/>
          <p:cNvSpPr txBox="1"/>
          <p:nvPr>
            <p:ph idx="2" type="body"/>
          </p:nvPr>
        </p:nvSpPr>
        <p:spPr>
          <a:xfrm>
            <a:off x="3250692" y="2235708"/>
            <a:ext cx="2462022" cy="82981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dk2"/>
              </a:buClr>
              <a:buSzPts val="1700"/>
              <a:buNone/>
            </a:pPr>
            <a:r>
              <a:rPr b="1" lang="en-GB" sz="1700">
                <a:solidFill>
                  <a:schemeClr val="dk2"/>
                </a:solidFill>
                <a:latin typeface="Arial"/>
                <a:ea typeface="Arial"/>
                <a:cs typeface="Arial"/>
                <a:sym typeface="Arial"/>
              </a:rPr>
              <a:t>Dubious Technological Dependencies For Project</a:t>
            </a:r>
            <a:endParaRPr b="1" sz="1700">
              <a:solidFill>
                <a:schemeClr val="dk2"/>
              </a:solidFill>
              <a:latin typeface="Arial"/>
              <a:ea typeface="Arial"/>
              <a:cs typeface="Arial"/>
              <a:sym typeface="Arial"/>
            </a:endParaRPr>
          </a:p>
          <a:p>
            <a:pPr indent="0" lvl="0" marL="0" rtl="0" algn="l">
              <a:lnSpc>
                <a:spcPct val="100000"/>
              </a:lnSpc>
              <a:spcBef>
                <a:spcPts val="0"/>
              </a:spcBef>
              <a:spcAft>
                <a:spcPts val="0"/>
              </a:spcAft>
              <a:buClr>
                <a:schemeClr val="dk2"/>
              </a:buClr>
              <a:buSzPts val="1700"/>
              <a:buNone/>
            </a:pPr>
            <a:r>
              <a:t/>
            </a:r>
            <a:endParaRPr/>
          </a:p>
        </p:txBody>
      </p:sp>
      <p:sp>
        <p:nvSpPr>
          <p:cNvPr id="271" name="Google Shape;271;p36"/>
          <p:cNvSpPr txBox="1"/>
          <p:nvPr>
            <p:ph idx="4" type="body"/>
          </p:nvPr>
        </p:nvSpPr>
        <p:spPr>
          <a:xfrm>
            <a:off x="3003804" y="3086100"/>
            <a:ext cx="2462022" cy="731445"/>
          </a:xfrm>
          <a:prstGeom prst="rect">
            <a:avLst/>
          </a:prstGeom>
          <a:noFill/>
          <a:ln>
            <a:noFill/>
          </a:ln>
        </p:spPr>
        <p:txBody>
          <a:bodyPr anchorCtr="0" anchor="t" bIns="34275" lIns="68575" spcFirstLastPara="1" rIns="68575" wrap="square" tIns="34275">
            <a:noAutofit/>
          </a:bodyPr>
          <a:lstStyle/>
          <a:p>
            <a:pPr indent="-254000" lvl="0" marL="254000" rtl="0" algn="l">
              <a:lnSpc>
                <a:spcPct val="150000"/>
              </a:lnSpc>
              <a:spcBef>
                <a:spcPts val="0"/>
              </a:spcBef>
              <a:spcAft>
                <a:spcPts val="0"/>
              </a:spcAft>
              <a:buClr>
                <a:schemeClr val="dk2"/>
              </a:buClr>
              <a:buSzPts val="1200"/>
              <a:buFont typeface="Arial"/>
              <a:buChar char="•"/>
            </a:pPr>
            <a:r>
              <a:rPr lang="en-GB" sz="1200">
                <a:solidFill>
                  <a:schemeClr val="dk2"/>
                </a:solidFill>
                <a:latin typeface="Arial"/>
                <a:ea typeface="Arial"/>
                <a:cs typeface="Arial"/>
                <a:sym typeface="Arial"/>
              </a:rPr>
              <a:t>Software will continue to crash</a:t>
            </a:r>
            <a:endParaRPr/>
          </a:p>
          <a:p>
            <a:pPr indent="-254000" lvl="0" marL="254000" rtl="0" algn="l">
              <a:lnSpc>
                <a:spcPct val="150000"/>
              </a:lnSpc>
              <a:spcBef>
                <a:spcPts val="0"/>
              </a:spcBef>
              <a:spcAft>
                <a:spcPts val="0"/>
              </a:spcAft>
              <a:buClr>
                <a:schemeClr val="dk2"/>
              </a:buClr>
              <a:buSzPts val="1200"/>
              <a:buFont typeface="Arial"/>
              <a:buChar char="•"/>
            </a:pPr>
            <a:r>
              <a:rPr lang="en-GB" sz="1200">
                <a:solidFill>
                  <a:schemeClr val="dk2"/>
                </a:solidFill>
                <a:latin typeface="Arial"/>
                <a:ea typeface="Arial"/>
                <a:cs typeface="Arial"/>
                <a:sym typeface="Arial"/>
              </a:rPr>
              <a:t>Work offline and save updates when servers are back online</a:t>
            </a:r>
            <a:endParaRPr sz="1200">
              <a:solidFill>
                <a:schemeClr val="dk2"/>
              </a:solidFill>
            </a:endParaRPr>
          </a:p>
          <a:p>
            <a:pPr indent="-139700" lvl="0" marL="215900" rtl="0" algn="l">
              <a:lnSpc>
                <a:spcPct val="150000"/>
              </a:lnSpc>
              <a:spcBef>
                <a:spcPts val="0"/>
              </a:spcBef>
              <a:spcAft>
                <a:spcPts val="0"/>
              </a:spcAft>
              <a:buClr>
                <a:schemeClr val="dk2"/>
              </a:buClr>
              <a:buSzPts val="1200"/>
              <a:buNone/>
            </a:pPr>
            <a:r>
              <a:t/>
            </a:r>
            <a:endParaRPr/>
          </a:p>
        </p:txBody>
      </p:sp>
      <p:sp>
        <p:nvSpPr>
          <p:cNvPr id="272" name="Google Shape;272;p36"/>
          <p:cNvSpPr txBox="1"/>
          <p:nvPr>
            <p:ph idx="5" type="body"/>
          </p:nvPr>
        </p:nvSpPr>
        <p:spPr>
          <a:xfrm>
            <a:off x="6199632" y="2235708"/>
            <a:ext cx="2462022" cy="829818"/>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dk2"/>
              </a:buClr>
              <a:buSzPts val="1700"/>
              <a:buNone/>
            </a:pPr>
            <a:r>
              <a:rPr b="1" lang="en-GB" sz="1700">
                <a:solidFill>
                  <a:schemeClr val="dk2"/>
                </a:solidFill>
                <a:latin typeface="Arial"/>
                <a:ea typeface="Arial"/>
                <a:cs typeface="Arial"/>
                <a:sym typeface="Arial"/>
              </a:rPr>
              <a:t>Outstanding Technical Issues That Need To Be Solved</a:t>
            </a:r>
            <a:endParaRPr b="1" sz="1700">
              <a:solidFill>
                <a:schemeClr val="dk2"/>
              </a:solidFill>
              <a:latin typeface="Arial"/>
              <a:ea typeface="Arial"/>
              <a:cs typeface="Arial"/>
              <a:sym typeface="Arial"/>
            </a:endParaRPr>
          </a:p>
          <a:p>
            <a:pPr indent="0" lvl="0" marL="0" rtl="0" algn="l">
              <a:lnSpc>
                <a:spcPct val="100000"/>
              </a:lnSpc>
              <a:spcBef>
                <a:spcPts val="0"/>
              </a:spcBef>
              <a:spcAft>
                <a:spcPts val="0"/>
              </a:spcAft>
              <a:buClr>
                <a:schemeClr val="dk2"/>
              </a:buClr>
              <a:buSzPts val="1700"/>
              <a:buNone/>
            </a:pPr>
            <a:r>
              <a:t/>
            </a:r>
            <a:endParaRPr/>
          </a:p>
        </p:txBody>
      </p:sp>
      <p:sp>
        <p:nvSpPr>
          <p:cNvPr id="273" name="Google Shape;273;p36"/>
          <p:cNvSpPr txBox="1"/>
          <p:nvPr>
            <p:ph idx="6" type="body"/>
          </p:nvPr>
        </p:nvSpPr>
        <p:spPr>
          <a:xfrm>
            <a:off x="5980176" y="3086100"/>
            <a:ext cx="2462022" cy="731445"/>
          </a:xfrm>
          <a:prstGeom prst="rect">
            <a:avLst/>
          </a:prstGeom>
          <a:noFill/>
          <a:ln>
            <a:noFill/>
          </a:ln>
        </p:spPr>
        <p:txBody>
          <a:bodyPr anchorCtr="0" anchor="t" bIns="34275" lIns="68575" spcFirstLastPara="1" rIns="68575" wrap="square" tIns="34275">
            <a:noAutofit/>
          </a:bodyPr>
          <a:lstStyle/>
          <a:p>
            <a:pPr indent="-215900" lvl="0" marL="215900" rtl="0" algn="l">
              <a:lnSpc>
                <a:spcPct val="150000"/>
              </a:lnSpc>
              <a:spcBef>
                <a:spcPts val="0"/>
              </a:spcBef>
              <a:spcAft>
                <a:spcPts val="0"/>
              </a:spcAft>
              <a:buClr>
                <a:schemeClr val="dk2"/>
              </a:buClr>
              <a:buSzPts val="1200"/>
              <a:buChar char="•"/>
            </a:pPr>
            <a:r>
              <a:rPr lang="en-GB" sz="1200">
                <a:solidFill>
                  <a:schemeClr val="dk2"/>
                </a:solidFill>
                <a:latin typeface="Arial"/>
                <a:ea typeface="Arial"/>
                <a:cs typeface="Arial"/>
                <a:sym typeface="Arial"/>
              </a:rPr>
              <a:t>Software tools for running product testing</a:t>
            </a:r>
            <a:endParaRPr/>
          </a:p>
          <a:p>
            <a:pPr indent="-139700" lvl="0" marL="215900" rtl="0" algn="l">
              <a:lnSpc>
                <a:spcPct val="150000"/>
              </a:lnSpc>
              <a:spcBef>
                <a:spcPts val="0"/>
              </a:spcBef>
              <a:spcAft>
                <a:spcPts val="0"/>
              </a:spcAft>
              <a:buClr>
                <a:schemeClr val="dk2"/>
              </a:buClr>
              <a:buSzPts val="12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7"/>
          <p:cNvSpPr txBox="1"/>
          <p:nvPr>
            <p:ph type="title"/>
          </p:nvPr>
        </p:nvSpPr>
        <p:spPr>
          <a:xfrm>
            <a:off x="452628" y="1097280"/>
            <a:ext cx="7886700" cy="431491"/>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chemeClr val="lt1"/>
              </a:buClr>
              <a:buSzPts val="3800"/>
              <a:buFont typeface="Arial"/>
              <a:buNone/>
            </a:pPr>
            <a:r>
              <a:rPr lang="en-GB"/>
              <a:t>RESOURCES</a:t>
            </a:r>
            <a:endParaRPr/>
          </a:p>
        </p:txBody>
      </p:sp>
      <p:sp>
        <p:nvSpPr>
          <p:cNvPr id="280" name="Google Shape;280;p37"/>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
        <p:nvSpPr>
          <p:cNvPr id="281" name="Google Shape;281;p37"/>
          <p:cNvSpPr txBox="1"/>
          <p:nvPr>
            <p:ph idx="1" type="body"/>
          </p:nvPr>
        </p:nvSpPr>
        <p:spPr>
          <a:xfrm>
            <a:off x="486918" y="2228850"/>
            <a:ext cx="3621024" cy="36790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lt1"/>
              </a:buClr>
              <a:buSzPts val="1700"/>
              <a:buNone/>
            </a:pPr>
            <a:r>
              <a:rPr lang="en-GB"/>
              <a:t>Project Resources</a:t>
            </a:r>
            <a:endParaRPr/>
          </a:p>
        </p:txBody>
      </p:sp>
      <p:sp>
        <p:nvSpPr>
          <p:cNvPr id="282" name="Google Shape;282;p37"/>
          <p:cNvSpPr txBox="1"/>
          <p:nvPr>
            <p:ph idx="2" type="body"/>
          </p:nvPr>
        </p:nvSpPr>
        <p:spPr>
          <a:xfrm>
            <a:off x="4677156" y="2228850"/>
            <a:ext cx="3621024" cy="367904"/>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lt1"/>
              </a:buClr>
              <a:buSzPts val="1700"/>
              <a:buNone/>
            </a:pPr>
            <a:r>
              <a:rPr lang="en-GB"/>
              <a:t>What Customers Want</a:t>
            </a:r>
            <a:endParaRPr/>
          </a:p>
          <a:p>
            <a:pPr indent="0" lvl="0" marL="0" rtl="0" algn="l">
              <a:lnSpc>
                <a:spcPct val="100000"/>
              </a:lnSpc>
              <a:spcBef>
                <a:spcPts val="0"/>
              </a:spcBef>
              <a:spcAft>
                <a:spcPts val="0"/>
              </a:spcAft>
              <a:buClr>
                <a:schemeClr val="lt1"/>
              </a:buClr>
              <a:buSzPts val="1700"/>
              <a:buNone/>
            </a:pPr>
            <a:r>
              <a:t/>
            </a:r>
            <a:endParaRPr/>
          </a:p>
        </p:txBody>
      </p:sp>
      <p:sp>
        <p:nvSpPr>
          <p:cNvPr id="283" name="Google Shape;283;p37"/>
          <p:cNvSpPr txBox="1"/>
          <p:nvPr>
            <p:ph idx="3" type="body"/>
          </p:nvPr>
        </p:nvSpPr>
        <p:spPr>
          <a:xfrm>
            <a:off x="274320" y="2551176"/>
            <a:ext cx="3833622" cy="1262063"/>
          </a:xfrm>
          <a:prstGeom prst="rect">
            <a:avLst/>
          </a:prstGeom>
          <a:noFill/>
          <a:ln>
            <a:noFill/>
          </a:ln>
        </p:spPr>
        <p:txBody>
          <a:bodyPr anchorCtr="0" anchor="t" bIns="34275" lIns="68575" spcFirstLastPara="1" rIns="68575" wrap="square" tIns="34275">
            <a:noAutofit/>
          </a:bodyPr>
          <a:lstStyle/>
          <a:p>
            <a:pPr indent="-215900" lvl="0" marL="215900" rtl="0" algn="l">
              <a:lnSpc>
                <a:spcPct val="150000"/>
              </a:lnSpc>
              <a:spcBef>
                <a:spcPts val="0"/>
              </a:spcBef>
              <a:spcAft>
                <a:spcPts val="0"/>
              </a:spcAft>
              <a:buClr>
                <a:schemeClr val="lt1"/>
              </a:buClr>
              <a:buSzPts val="1200"/>
              <a:buChar char="•"/>
            </a:pPr>
            <a:r>
              <a:rPr lang="en-GB"/>
              <a:t>All staff is working on keeping the project on </a:t>
            </a:r>
            <a:br>
              <a:rPr lang="en-GB"/>
            </a:br>
            <a:r>
              <a:rPr lang="en-GB"/>
              <a:t>time</a:t>
            </a:r>
            <a:endParaRPr/>
          </a:p>
          <a:p>
            <a:pPr indent="-215900" lvl="0" marL="215900" rtl="0" algn="l">
              <a:lnSpc>
                <a:spcPct val="150000"/>
              </a:lnSpc>
              <a:spcBef>
                <a:spcPts val="0"/>
              </a:spcBef>
              <a:spcAft>
                <a:spcPts val="0"/>
              </a:spcAft>
              <a:buClr>
                <a:schemeClr val="lt1"/>
              </a:buClr>
              <a:buSzPts val="1200"/>
              <a:buChar char="•"/>
            </a:pPr>
            <a:r>
              <a:rPr lang="en-GB"/>
              <a:t>Hire vendors to help with project completion</a:t>
            </a:r>
            <a:endParaRPr/>
          </a:p>
          <a:p>
            <a:pPr indent="-215900" lvl="0" marL="215900" rtl="0" algn="l">
              <a:lnSpc>
                <a:spcPct val="150000"/>
              </a:lnSpc>
              <a:spcBef>
                <a:spcPts val="0"/>
              </a:spcBef>
              <a:spcAft>
                <a:spcPts val="0"/>
              </a:spcAft>
              <a:buClr>
                <a:schemeClr val="lt1"/>
              </a:buClr>
              <a:buSzPts val="1200"/>
              <a:buChar char="•"/>
            </a:pPr>
            <a:r>
              <a:rPr lang="en-GB"/>
              <a:t>Need more funding if we want to hire more </a:t>
            </a:r>
            <a:br>
              <a:rPr lang="en-GB"/>
            </a:br>
            <a:r>
              <a:rPr lang="en-GB"/>
              <a:t>workers to help in the future</a:t>
            </a:r>
            <a:endParaRPr/>
          </a:p>
          <a:p>
            <a:pPr indent="-139700" lvl="0" marL="215900" rtl="0" algn="l">
              <a:lnSpc>
                <a:spcPct val="150000"/>
              </a:lnSpc>
              <a:spcBef>
                <a:spcPts val="0"/>
              </a:spcBef>
              <a:spcAft>
                <a:spcPts val="0"/>
              </a:spcAft>
              <a:buClr>
                <a:schemeClr val="lt1"/>
              </a:buClr>
              <a:buSzPts val="1200"/>
              <a:buNone/>
            </a:pPr>
            <a:r>
              <a:t/>
            </a:r>
            <a:endParaRPr/>
          </a:p>
        </p:txBody>
      </p:sp>
      <p:sp>
        <p:nvSpPr>
          <p:cNvPr id="284" name="Google Shape;284;p37"/>
          <p:cNvSpPr txBox="1"/>
          <p:nvPr>
            <p:ph idx="4" type="body"/>
          </p:nvPr>
        </p:nvSpPr>
        <p:spPr>
          <a:xfrm>
            <a:off x="4457700" y="2551176"/>
            <a:ext cx="3833622" cy="1262063"/>
          </a:xfrm>
          <a:prstGeom prst="rect">
            <a:avLst/>
          </a:prstGeom>
          <a:noFill/>
          <a:ln>
            <a:noFill/>
          </a:ln>
        </p:spPr>
        <p:txBody>
          <a:bodyPr anchorCtr="0" anchor="t" bIns="34275" lIns="68575" spcFirstLastPara="1" rIns="68575" wrap="square" tIns="34275">
            <a:noAutofit/>
          </a:bodyPr>
          <a:lstStyle/>
          <a:p>
            <a:pPr indent="-215900" lvl="0" marL="215900" rtl="0" algn="l">
              <a:lnSpc>
                <a:spcPct val="150000"/>
              </a:lnSpc>
              <a:spcBef>
                <a:spcPts val="0"/>
              </a:spcBef>
              <a:spcAft>
                <a:spcPts val="0"/>
              </a:spcAft>
              <a:buClr>
                <a:schemeClr val="lt1"/>
              </a:buClr>
              <a:buSzPts val="1200"/>
              <a:buChar char="•"/>
            </a:pPr>
            <a:r>
              <a:rPr lang="en-GB"/>
              <a:t>Customers want their product to work efficiently </a:t>
            </a:r>
            <a:br>
              <a:rPr lang="en-GB"/>
            </a:br>
            <a:r>
              <a:rPr lang="en-GB"/>
              <a:t>so they can continue to communicate with their employees while they work remotely </a:t>
            </a:r>
            <a:endParaRPr/>
          </a:p>
          <a:p>
            <a:pPr indent="-139700" lvl="0" marL="215900" rtl="0" algn="l">
              <a:lnSpc>
                <a:spcPct val="150000"/>
              </a:lnSpc>
              <a:spcBef>
                <a:spcPts val="0"/>
              </a:spcBef>
              <a:spcAft>
                <a:spcPts val="0"/>
              </a:spcAft>
              <a:buClr>
                <a:schemeClr val="lt1"/>
              </a:buClr>
              <a:buSzPts val="12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8"/>
          <p:cNvSpPr txBox="1"/>
          <p:nvPr>
            <p:ph type="title"/>
          </p:nvPr>
        </p:nvSpPr>
        <p:spPr>
          <a:xfrm>
            <a:off x="4663440" y="1885950"/>
            <a:ext cx="3634740" cy="1262062"/>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dk2"/>
              </a:buClr>
              <a:buSzPts val="3800"/>
              <a:buFont typeface="Arial"/>
              <a:buNone/>
            </a:pPr>
            <a:r>
              <a:rPr lang="en-GB"/>
              <a:t>GOALS FOR</a:t>
            </a:r>
            <a:br>
              <a:rPr lang="en-GB"/>
            </a:br>
            <a:r>
              <a:rPr lang="en-GB"/>
              <a:t>NEXT REVIEW</a:t>
            </a:r>
            <a:endParaRPr/>
          </a:p>
        </p:txBody>
      </p:sp>
      <p:sp>
        <p:nvSpPr>
          <p:cNvPr id="291" name="Google Shape;291;p38"/>
          <p:cNvSpPr txBox="1"/>
          <p:nvPr>
            <p:ph idx="1" type="body"/>
          </p:nvPr>
        </p:nvSpPr>
        <p:spPr>
          <a:xfrm>
            <a:off x="473202" y="939546"/>
            <a:ext cx="3621024" cy="367904"/>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Clr>
                <a:schemeClr val="dk2"/>
              </a:buClr>
              <a:buSzPts val="1700"/>
              <a:buNone/>
            </a:pPr>
            <a:r>
              <a:rPr lang="en-GB"/>
              <a:t>Next Review Date: July 20XX</a:t>
            </a:r>
            <a:endParaRPr/>
          </a:p>
        </p:txBody>
      </p:sp>
      <p:sp>
        <p:nvSpPr>
          <p:cNvPr id="292" name="Google Shape;292;p38"/>
          <p:cNvSpPr txBox="1"/>
          <p:nvPr>
            <p:ph idx="3" type="body"/>
          </p:nvPr>
        </p:nvSpPr>
        <p:spPr>
          <a:xfrm>
            <a:off x="274320" y="1344168"/>
            <a:ext cx="3566160" cy="1262063"/>
          </a:xfrm>
          <a:prstGeom prst="rect">
            <a:avLst/>
          </a:prstGeom>
          <a:noFill/>
          <a:ln>
            <a:noFill/>
          </a:ln>
        </p:spPr>
        <p:txBody>
          <a:bodyPr anchorCtr="0" anchor="t" bIns="34275" lIns="68575" spcFirstLastPara="1" rIns="68575" wrap="square" tIns="34275">
            <a:noAutofit/>
          </a:bodyPr>
          <a:lstStyle/>
          <a:p>
            <a:pPr indent="-215900" lvl="0" marL="215900" rtl="0" algn="l">
              <a:lnSpc>
                <a:spcPct val="150000"/>
              </a:lnSpc>
              <a:spcBef>
                <a:spcPts val="0"/>
              </a:spcBef>
              <a:spcAft>
                <a:spcPts val="0"/>
              </a:spcAft>
              <a:buClr>
                <a:schemeClr val="dk2"/>
              </a:buClr>
              <a:buSzPts val="1200"/>
              <a:buChar char="•"/>
            </a:pPr>
            <a:r>
              <a:rPr lang="en-GB"/>
              <a:t>Check on warehouse update</a:t>
            </a:r>
            <a:endParaRPr/>
          </a:p>
          <a:p>
            <a:pPr indent="-215900" lvl="0" marL="215900" rtl="0" algn="l">
              <a:lnSpc>
                <a:spcPct val="150000"/>
              </a:lnSpc>
              <a:spcBef>
                <a:spcPts val="0"/>
              </a:spcBef>
              <a:spcAft>
                <a:spcPts val="0"/>
              </a:spcAft>
              <a:buClr>
                <a:schemeClr val="dk2"/>
              </a:buClr>
              <a:buSzPts val="1200"/>
              <a:buChar char="•"/>
            </a:pPr>
            <a:r>
              <a:rPr lang="en-GB"/>
              <a:t>Fix software issues</a:t>
            </a:r>
            <a:endParaRPr/>
          </a:p>
          <a:p>
            <a:pPr indent="-215900" lvl="0" marL="215900" rtl="0" algn="l">
              <a:lnSpc>
                <a:spcPct val="150000"/>
              </a:lnSpc>
              <a:spcBef>
                <a:spcPts val="0"/>
              </a:spcBef>
              <a:spcAft>
                <a:spcPts val="0"/>
              </a:spcAft>
              <a:buClr>
                <a:schemeClr val="dk2"/>
              </a:buClr>
              <a:buSzPts val="1200"/>
              <a:buChar char="•"/>
            </a:pPr>
            <a:r>
              <a:rPr lang="en-GB"/>
              <a:t>Finish drafting solution</a:t>
            </a:r>
            <a:endParaRPr/>
          </a:p>
          <a:p>
            <a:pPr indent="-215900" lvl="0" marL="215900" rtl="0" algn="l">
              <a:lnSpc>
                <a:spcPct val="150000"/>
              </a:lnSpc>
              <a:spcBef>
                <a:spcPts val="0"/>
              </a:spcBef>
              <a:spcAft>
                <a:spcPts val="0"/>
              </a:spcAft>
              <a:buClr>
                <a:schemeClr val="dk2"/>
              </a:buClr>
              <a:buSzPts val="1200"/>
              <a:buChar char="•"/>
            </a:pPr>
            <a:r>
              <a:rPr lang="en-GB"/>
              <a:t>Resolve budget question</a:t>
            </a:r>
            <a:endParaRPr/>
          </a:p>
        </p:txBody>
      </p:sp>
      <p:sp>
        <p:nvSpPr>
          <p:cNvPr id="293" name="Google Shape;293;p38"/>
          <p:cNvSpPr txBox="1"/>
          <p:nvPr>
            <p:ph idx="2" type="body"/>
          </p:nvPr>
        </p:nvSpPr>
        <p:spPr>
          <a:xfrm>
            <a:off x="473202" y="2688336"/>
            <a:ext cx="3621024" cy="367904"/>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Clr>
                <a:schemeClr val="dk2"/>
              </a:buClr>
              <a:buSzPts val="1700"/>
              <a:buNone/>
            </a:pPr>
            <a:r>
              <a:rPr lang="en-GB"/>
              <a:t>Goals for Next Review</a:t>
            </a:r>
            <a:endParaRPr/>
          </a:p>
        </p:txBody>
      </p:sp>
      <p:sp>
        <p:nvSpPr>
          <p:cNvPr id="294" name="Google Shape;294;p38"/>
          <p:cNvSpPr txBox="1"/>
          <p:nvPr>
            <p:ph idx="4" type="body"/>
          </p:nvPr>
        </p:nvSpPr>
        <p:spPr>
          <a:xfrm>
            <a:off x="274320" y="3092958"/>
            <a:ext cx="3566160" cy="706373"/>
          </a:xfrm>
          <a:prstGeom prst="rect">
            <a:avLst/>
          </a:prstGeom>
          <a:noFill/>
          <a:ln>
            <a:noFill/>
          </a:ln>
        </p:spPr>
        <p:txBody>
          <a:bodyPr anchorCtr="0" anchor="t" bIns="34275" lIns="68575" spcFirstLastPara="1" rIns="68575" wrap="square" tIns="34275">
            <a:noAutofit/>
          </a:bodyPr>
          <a:lstStyle/>
          <a:p>
            <a:pPr indent="-215900" lvl="0" marL="215900" rtl="0" algn="l">
              <a:lnSpc>
                <a:spcPct val="150000"/>
              </a:lnSpc>
              <a:spcBef>
                <a:spcPts val="0"/>
              </a:spcBef>
              <a:spcAft>
                <a:spcPts val="0"/>
              </a:spcAft>
              <a:buClr>
                <a:schemeClr val="dk2"/>
              </a:buClr>
              <a:buSzPts val="1200"/>
              <a:buChar char="•"/>
            </a:pPr>
            <a:r>
              <a:rPr lang="en-GB"/>
              <a:t>Dwight Schrute will tackle and resolve the goals by next meeting</a:t>
            </a:r>
            <a:endParaRPr/>
          </a:p>
          <a:p>
            <a:pPr indent="-139700" lvl="0" marL="215900" rtl="0" algn="l">
              <a:lnSpc>
                <a:spcPct val="150000"/>
              </a:lnSpc>
              <a:spcBef>
                <a:spcPts val="0"/>
              </a:spcBef>
              <a:spcAft>
                <a:spcPts val="0"/>
              </a:spcAft>
              <a:buClr>
                <a:schemeClr val="dk2"/>
              </a:buClr>
              <a:buSzPts val="1200"/>
              <a:buNone/>
            </a:pPr>
            <a:r>
              <a:t/>
            </a:r>
            <a:endParaRPr/>
          </a:p>
        </p:txBody>
      </p:sp>
      <p:sp>
        <p:nvSpPr>
          <p:cNvPr id="295" name="Google Shape;295;p38"/>
          <p:cNvSpPr txBox="1"/>
          <p:nvPr>
            <p:ph idx="5" type="body"/>
          </p:nvPr>
        </p:nvSpPr>
        <p:spPr>
          <a:xfrm>
            <a:off x="473202" y="3799332"/>
            <a:ext cx="3621024" cy="367904"/>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Clr>
                <a:schemeClr val="dk2"/>
              </a:buClr>
              <a:buSzPts val="1700"/>
              <a:buNone/>
            </a:pPr>
            <a:r>
              <a:rPr lang="en-GB"/>
              <a:t>Action Plan Review</a:t>
            </a:r>
            <a:endParaRPr/>
          </a:p>
        </p:txBody>
      </p:sp>
      <p:sp>
        <p:nvSpPr>
          <p:cNvPr id="296" name="Google Shape;296;p38"/>
          <p:cNvSpPr txBox="1"/>
          <p:nvPr>
            <p:ph idx="12" type="sldNum"/>
          </p:nvPr>
        </p:nvSpPr>
        <p:spPr>
          <a:xfrm>
            <a:off x="7591806" y="226314"/>
            <a:ext cx="1255014" cy="20574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9"/>
          <p:cNvSpPr txBox="1"/>
          <p:nvPr>
            <p:ph type="title"/>
          </p:nvPr>
        </p:nvSpPr>
        <p:spPr>
          <a:xfrm>
            <a:off x="1735074" y="1069848"/>
            <a:ext cx="5006340" cy="1277112"/>
          </a:xfrm>
          <a:prstGeom prst="rect">
            <a:avLst/>
          </a:prstGeom>
          <a:noFill/>
          <a:ln>
            <a:noFill/>
          </a:ln>
        </p:spPr>
        <p:txBody>
          <a:bodyPr anchorCtr="0" anchor="t" bIns="34275" lIns="68575" spcFirstLastPara="1" rIns="68575" wrap="square" tIns="34275">
            <a:noAutofit/>
          </a:bodyPr>
          <a:lstStyle/>
          <a:p>
            <a:pPr indent="0" lvl="0" marL="0" rtl="0" algn="l">
              <a:lnSpc>
                <a:spcPct val="80000"/>
              </a:lnSpc>
              <a:spcBef>
                <a:spcPts val="0"/>
              </a:spcBef>
              <a:spcAft>
                <a:spcPts val="0"/>
              </a:spcAft>
              <a:buClr>
                <a:schemeClr val="lt1"/>
              </a:buClr>
              <a:buSzPts val="5400"/>
              <a:buFont typeface="Arial"/>
              <a:buNone/>
            </a:pPr>
            <a:r>
              <a:rPr lang="en-GB"/>
              <a:t>THANK</a:t>
            </a:r>
            <a:br>
              <a:rPr lang="en-GB"/>
            </a:br>
            <a:r>
              <a:rPr lang="en-GB"/>
              <a:t>YOU</a:t>
            </a:r>
            <a:endParaRPr/>
          </a:p>
        </p:txBody>
      </p:sp>
      <p:sp>
        <p:nvSpPr>
          <p:cNvPr id="302" name="Google Shape;302;p39"/>
          <p:cNvSpPr txBox="1"/>
          <p:nvPr>
            <p:ph idx="1" type="body"/>
          </p:nvPr>
        </p:nvSpPr>
        <p:spPr>
          <a:xfrm>
            <a:off x="2907792" y="2537460"/>
            <a:ext cx="3566160" cy="1543050"/>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Clr>
                <a:schemeClr val="lt1"/>
              </a:buClr>
              <a:buSzPts val="1700"/>
              <a:buNone/>
            </a:pPr>
            <a:r>
              <a:rPr b="0" lang="en-GB"/>
              <a:t>Michael Scott</a:t>
            </a:r>
            <a:endParaRPr/>
          </a:p>
          <a:p>
            <a:pPr indent="0" lvl="1" marL="0" rtl="0" algn="l">
              <a:lnSpc>
                <a:spcPct val="150000"/>
              </a:lnSpc>
              <a:spcBef>
                <a:spcPts val="0"/>
              </a:spcBef>
              <a:spcAft>
                <a:spcPts val="0"/>
              </a:spcAft>
              <a:buClr>
                <a:schemeClr val="lt1"/>
              </a:buClr>
              <a:buSzPts val="1700"/>
              <a:buNone/>
            </a:pPr>
            <a:r>
              <a:rPr lang="en-GB"/>
              <a:t>1234-5678-99</a:t>
            </a:r>
            <a:endParaRPr/>
          </a:p>
          <a:p>
            <a:pPr indent="0" lvl="1" marL="0" rtl="0" algn="l">
              <a:lnSpc>
                <a:spcPct val="150000"/>
              </a:lnSpc>
              <a:spcBef>
                <a:spcPts val="0"/>
              </a:spcBef>
              <a:spcAft>
                <a:spcPts val="0"/>
              </a:spcAft>
              <a:buClr>
                <a:schemeClr val="lt1"/>
              </a:buClr>
              <a:buSzPts val="1700"/>
              <a:buNone/>
            </a:pPr>
            <a:r>
              <a:rPr lang="en-GB"/>
              <a:t>MichaelScott1919@office.com</a:t>
            </a:r>
            <a:endParaRPr/>
          </a:p>
          <a:p>
            <a:pPr indent="0" lvl="0" marL="0" rtl="0" algn="l">
              <a:lnSpc>
                <a:spcPct val="150000"/>
              </a:lnSpc>
              <a:spcBef>
                <a:spcPts val="0"/>
              </a:spcBef>
              <a:spcAft>
                <a:spcPts val="0"/>
              </a:spcAft>
              <a:buClr>
                <a:schemeClr val="lt1"/>
              </a:buClr>
              <a:buSzPts val="17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10">
      <a:dk1>
        <a:srgbClr val="000000"/>
      </a:dk1>
      <a:lt1>
        <a:srgbClr val="FFFFFF"/>
      </a:lt1>
      <a:dk2>
        <a:srgbClr val="3B4546"/>
      </a:dk2>
      <a:lt2>
        <a:srgbClr val="E7E6E6"/>
      </a:lt2>
      <a:accent1>
        <a:srgbClr val="753F2C"/>
      </a:accent1>
      <a:accent2>
        <a:srgbClr val="637376"/>
      </a:accent2>
      <a:accent3>
        <a:srgbClr val="BE937E"/>
      </a:accent3>
      <a:accent4>
        <a:srgbClr val="576853"/>
      </a:accent4>
      <a:accent5>
        <a:srgbClr val="EDE9E6"/>
      </a:accent5>
      <a:accent6>
        <a:srgbClr val="D0CDC5"/>
      </a:accent6>
      <a:hlink>
        <a:srgbClr val="4F4F4F"/>
      </a:hlink>
      <a:folHlink>
        <a:srgbClr val="BE9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